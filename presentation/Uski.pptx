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4" r:id="rId1"/>
  </p:sldMasterIdLst>
  <p:notesMasterIdLst>
    <p:notesMasterId r:id="rId12"/>
  </p:notesMasterIdLst>
  <p:sldIdLst>
    <p:sldId id="256" r:id="rId2"/>
    <p:sldId id="257" r:id="rId3"/>
    <p:sldId id="266" r:id="rId4"/>
    <p:sldId id="259" r:id="rId5"/>
    <p:sldId id="260" r:id="rId6"/>
    <p:sldId id="261" r:id="rId7"/>
    <p:sldId id="262" r:id="rId8"/>
    <p:sldId id="265" r:id="rId9"/>
    <p:sldId id="263" r:id="rId10"/>
    <p:sldId id="264" r:id="rId1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C61DF"/>
    <a:srgbClr val="5500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A36A31-AF41-4E06-9416-300A8E994CF9}" v="67" dt="2026-06-22T23:32:51.0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89" autoAdjust="0"/>
    <p:restoredTop sz="58684" autoAdjust="0"/>
  </p:normalViewPr>
  <p:slideViewPr>
    <p:cSldViewPr snapToGrid="0">
      <p:cViewPr>
        <p:scale>
          <a:sx n="100" d="100"/>
          <a:sy n="100" d="100"/>
        </p:scale>
        <p:origin x="2596" y="48"/>
      </p:cViewPr>
      <p:guideLst/>
    </p:cSldViewPr>
  </p:slideViewPr>
  <p:notesTextViewPr>
    <p:cViewPr>
      <p:scale>
        <a:sx n="200" d="100"/>
        <a:sy n="2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ber Leon" userId="be83c947-4ae9-4fa9-80b3-c723d02a087b" providerId="ADAL" clId="{3372AF06-5843-43D2-954F-808DC0B168C3}"/>
    <pc:docChg chg="undo redo custSel addSld delSld modSld sldOrd addMainMaster delMainMaster">
      <pc:chgData name="Huber Leon" userId="be83c947-4ae9-4fa9-80b3-c723d02a087b" providerId="ADAL" clId="{3372AF06-5843-43D2-954F-808DC0B168C3}" dt="2026-06-22T23:33:05.075" v="4009" actId="732"/>
      <pc:docMkLst>
        <pc:docMk/>
      </pc:docMkLst>
      <pc:sldChg chg="addSp delSp modSp new mod setBg modClrScheme addAnim delAnim modAnim setClrOvrMap chgLayout">
        <pc:chgData name="Huber Leon" userId="be83c947-4ae9-4fa9-80b3-c723d02a087b" providerId="ADAL" clId="{3372AF06-5843-43D2-954F-808DC0B168C3}" dt="2026-06-22T20:03:34.923" v="197"/>
        <pc:sldMkLst>
          <pc:docMk/>
          <pc:sldMk cId="512889706" sldId="256"/>
        </pc:sldMkLst>
        <pc:spChg chg="add del mod">
          <ac:chgData name="Huber Leon" userId="be83c947-4ae9-4fa9-80b3-c723d02a087b" providerId="ADAL" clId="{3372AF06-5843-43D2-954F-808DC0B168C3}" dt="2026-06-22T20:03:17.501" v="196" actId="1076"/>
          <ac:spMkLst>
            <pc:docMk/>
            <pc:sldMk cId="512889706" sldId="256"/>
            <ac:spMk id="2" creationId="{D261DC9F-EDF6-E1B8-FB49-50CDD9D793EF}"/>
          </ac:spMkLst>
        </pc:spChg>
        <pc:spChg chg="mod">
          <ac:chgData name="Huber Leon" userId="be83c947-4ae9-4fa9-80b3-c723d02a087b" providerId="ADAL" clId="{3372AF06-5843-43D2-954F-808DC0B168C3}" dt="2026-06-22T20:02:51.752" v="193" actId="404"/>
          <ac:spMkLst>
            <pc:docMk/>
            <pc:sldMk cId="512889706" sldId="256"/>
            <ac:spMk id="3" creationId="{E8C2BD8A-A580-530E-01CD-C243F9929FE5}"/>
          </ac:spMkLst>
        </pc:spChg>
        <pc:spChg chg="add del">
          <ac:chgData name="Huber Leon" userId="be83c947-4ae9-4fa9-80b3-c723d02a087b" providerId="ADAL" clId="{3372AF06-5843-43D2-954F-808DC0B168C3}" dt="2026-06-22T19:56:41.114" v="128" actId="26606"/>
          <ac:spMkLst>
            <pc:docMk/>
            <pc:sldMk cId="512889706" sldId="256"/>
            <ac:spMk id="10" creationId="{CFD1D2CD-954D-4C4D-B505-05EAD159B230}"/>
          </ac:spMkLst>
        </pc:spChg>
        <pc:spChg chg="add del">
          <ac:chgData name="Huber Leon" userId="be83c947-4ae9-4fa9-80b3-c723d02a087b" providerId="ADAL" clId="{3372AF06-5843-43D2-954F-808DC0B168C3}" dt="2026-06-22T19:54:06.953" v="87" actId="26606"/>
          <ac:spMkLst>
            <pc:docMk/>
            <pc:sldMk cId="512889706" sldId="256"/>
            <ac:spMk id="14" creationId="{297F7562-DBE2-4729-835D-1486BBB4373A}"/>
          </ac:spMkLst>
        </pc:spChg>
        <pc:spChg chg="add del">
          <ac:chgData name="Huber Leon" userId="be83c947-4ae9-4fa9-80b3-c723d02a087b" providerId="ADAL" clId="{3372AF06-5843-43D2-954F-808DC0B168C3}" dt="2026-06-22T19:54:06.953" v="87" actId="26606"/>
          <ac:spMkLst>
            <pc:docMk/>
            <pc:sldMk cId="512889706" sldId="256"/>
            <ac:spMk id="15" creationId="{DCE0245F-7D4D-413E-940B-1D9D9A171161}"/>
          </ac:spMkLst>
        </pc:spChg>
        <pc:spChg chg="add del">
          <ac:chgData name="Huber Leon" userId="be83c947-4ae9-4fa9-80b3-c723d02a087b" providerId="ADAL" clId="{3372AF06-5843-43D2-954F-808DC0B168C3}" dt="2026-06-22T19:55:01.182" v="100" actId="26606"/>
          <ac:spMkLst>
            <pc:docMk/>
            <pc:sldMk cId="512889706" sldId="256"/>
            <ac:spMk id="16" creationId="{0668B51F-0397-D568-D929-A4F9A9CC47E8}"/>
          </ac:spMkLst>
        </pc:spChg>
        <pc:spChg chg="add del">
          <ac:chgData name="Huber Leon" userId="be83c947-4ae9-4fa9-80b3-c723d02a087b" providerId="ADAL" clId="{3372AF06-5843-43D2-954F-808DC0B168C3}" dt="2026-06-22T19:53:18.818" v="76" actId="26606"/>
          <ac:spMkLst>
            <pc:docMk/>
            <pc:sldMk cId="512889706" sldId="256"/>
            <ac:spMk id="17" creationId="{9B7AD9F6-8CE7-4299-8FC6-328F4DCD3FF9}"/>
          </ac:spMkLst>
        </pc:spChg>
        <pc:spChg chg="add del">
          <ac:chgData name="Huber Leon" userId="be83c947-4ae9-4fa9-80b3-c723d02a087b" providerId="ADAL" clId="{3372AF06-5843-43D2-954F-808DC0B168C3}" dt="2026-06-22T19:55:01.182" v="100" actId="26606"/>
          <ac:spMkLst>
            <pc:docMk/>
            <pc:sldMk cId="512889706" sldId="256"/>
            <ac:spMk id="18" creationId="{50F200B6-228D-F4F2-C6FF-D4257EC20592}"/>
          </ac:spMkLst>
        </pc:spChg>
        <pc:spChg chg="add del">
          <ac:chgData name="Huber Leon" userId="be83c947-4ae9-4fa9-80b3-c723d02a087b" providerId="ADAL" clId="{3372AF06-5843-43D2-954F-808DC0B168C3}" dt="2026-06-22T19:53:18.818" v="76" actId="26606"/>
          <ac:spMkLst>
            <pc:docMk/>
            <pc:sldMk cId="512889706" sldId="256"/>
            <ac:spMk id="19" creationId="{F49775AF-8896-43EE-92C6-83497D6DC56F}"/>
          </ac:spMkLst>
        </pc:spChg>
        <pc:spChg chg="add del">
          <ac:chgData name="Huber Leon" userId="be83c947-4ae9-4fa9-80b3-c723d02a087b" providerId="ADAL" clId="{3372AF06-5843-43D2-954F-808DC0B168C3}" dt="2026-06-22T19:55:49.816" v="110" actId="26606"/>
          <ac:spMkLst>
            <pc:docMk/>
            <pc:sldMk cId="512889706" sldId="256"/>
            <ac:spMk id="20" creationId="{FAF3766F-DEF3-4802-BB0D-7A18EDD9704F}"/>
          </ac:spMkLst>
        </pc:spChg>
        <pc:spChg chg="add del">
          <ac:chgData name="Huber Leon" userId="be83c947-4ae9-4fa9-80b3-c723d02a087b" providerId="ADAL" clId="{3372AF06-5843-43D2-954F-808DC0B168C3}" dt="2026-06-22T19:54:06.953" v="87" actId="26606"/>
          <ac:spMkLst>
            <pc:docMk/>
            <pc:sldMk cId="512889706" sldId="256"/>
            <ac:spMk id="21" creationId="{19B97BE4-8A98-49F3-8669-EAAF6D4331D8}"/>
          </ac:spMkLst>
        </pc:spChg>
        <pc:spChg chg="add del">
          <ac:chgData name="Huber Leon" userId="be83c947-4ae9-4fa9-80b3-c723d02a087b" providerId="ADAL" clId="{3372AF06-5843-43D2-954F-808DC0B168C3}" dt="2026-06-22T19:55:49.816" v="110" actId="26606"/>
          <ac:spMkLst>
            <pc:docMk/>
            <pc:sldMk cId="512889706" sldId="256"/>
            <ac:spMk id="22" creationId="{81F0C179-4DBF-6AB9-CD0B-9224A0C885A4}"/>
          </ac:spMkLst>
        </pc:spChg>
        <pc:spChg chg="add del">
          <ac:chgData name="Huber Leon" userId="be83c947-4ae9-4fa9-80b3-c723d02a087b" providerId="ADAL" clId="{3372AF06-5843-43D2-954F-808DC0B168C3}" dt="2026-06-22T19:54:06.953" v="87" actId="26606"/>
          <ac:spMkLst>
            <pc:docMk/>
            <pc:sldMk cId="512889706" sldId="256"/>
            <ac:spMk id="23" creationId="{AA090277-9074-44AA-8A49-453BF2C45733}"/>
          </ac:spMkLst>
        </pc:spChg>
        <pc:spChg chg="add del">
          <ac:chgData name="Huber Leon" userId="be83c947-4ae9-4fa9-80b3-c723d02a087b" providerId="ADAL" clId="{3372AF06-5843-43D2-954F-808DC0B168C3}" dt="2026-06-22T19:52:49.312" v="57" actId="26606"/>
          <ac:spMkLst>
            <pc:docMk/>
            <pc:sldMk cId="512889706" sldId="256"/>
            <ac:spMk id="24" creationId="{19F9BF86-FE94-4517-B97D-026C7515E589}"/>
          </ac:spMkLst>
        </pc:spChg>
        <pc:spChg chg="add del">
          <ac:chgData name="Huber Leon" userId="be83c947-4ae9-4fa9-80b3-c723d02a087b" providerId="ADAL" clId="{3372AF06-5843-43D2-954F-808DC0B168C3}" dt="2026-06-22T19:54:13.042" v="89" actId="26606"/>
          <ac:spMkLst>
            <pc:docMk/>
            <pc:sldMk cId="512889706" sldId="256"/>
            <ac:spMk id="25" creationId="{CFD1D2CD-954D-4C4D-B505-05EAD159B230}"/>
          </ac:spMkLst>
        </pc:spChg>
        <pc:spChg chg="add del">
          <ac:chgData name="Huber Leon" userId="be83c947-4ae9-4fa9-80b3-c723d02a087b" providerId="ADAL" clId="{3372AF06-5843-43D2-954F-808DC0B168C3}" dt="2026-06-22T19:53:17.543" v="71" actId="26606"/>
          <ac:spMkLst>
            <pc:docMk/>
            <pc:sldMk cId="512889706" sldId="256"/>
            <ac:spMk id="28" creationId="{2644B391-9BFE-445C-A9EC-F544BB85FBC7}"/>
          </ac:spMkLst>
        </pc:spChg>
        <pc:spChg chg="add del">
          <ac:chgData name="Huber Leon" userId="be83c947-4ae9-4fa9-80b3-c723d02a087b" providerId="ADAL" clId="{3372AF06-5843-43D2-954F-808DC0B168C3}" dt="2026-06-22T19:53:17.543" v="71" actId="26606"/>
          <ac:spMkLst>
            <pc:docMk/>
            <pc:sldMk cId="512889706" sldId="256"/>
            <ac:spMk id="29" creationId="{463B06BE-EA23-41F8-95FA-C2121903AA0B}"/>
          </ac:spMkLst>
        </pc:spChg>
        <pc:spChg chg="add del">
          <ac:chgData name="Huber Leon" userId="be83c947-4ae9-4fa9-80b3-c723d02a087b" providerId="ADAL" clId="{3372AF06-5843-43D2-954F-808DC0B168C3}" dt="2026-06-22T19:53:17.543" v="71" actId="26606"/>
          <ac:spMkLst>
            <pc:docMk/>
            <pc:sldMk cId="512889706" sldId="256"/>
            <ac:spMk id="30" creationId="{4ABD1344-3ECB-4121-9DA5-5803B789FB24}"/>
          </ac:spMkLst>
        </pc:spChg>
        <pc:spChg chg="add del">
          <ac:chgData name="Huber Leon" userId="be83c947-4ae9-4fa9-80b3-c723d02a087b" providerId="ADAL" clId="{3372AF06-5843-43D2-954F-808DC0B168C3}" dt="2026-06-22T19:53:17.543" v="71" actId="26606"/>
          <ac:spMkLst>
            <pc:docMk/>
            <pc:sldMk cId="512889706" sldId="256"/>
            <ac:spMk id="31" creationId="{DBD58E42-9528-4E37-BD4B-D2153C0E39BE}"/>
          </ac:spMkLst>
        </pc:spChg>
        <pc:spChg chg="add del">
          <ac:chgData name="Huber Leon" userId="be83c947-4ae9-4fa9-80b3-c723d02a087b" providerId="ADAL" clId="{3372AF06-5843-43D2-954F-808DC0B168C3}" dt="2026-06-22T19:54:16.802" v="91" actId="26606"/>
          <ac:spMkLst>
            <pc:docMk/>
            <pc:sldMk cId="512889706" sldId="256"/>
            <ac:spMk id="33" creationId="{CFD1D2CD-954D-4C4D-B505-05EAD159B230}"/>
          </ac:spMkLst>
        </pc:spChg>
        <pc:spChg chg="add">
          <ac:chgData name="Huber Leon" userId="be83c947-4ae9-4fa9-80b3-c723d02a087b" providerId="ADAL" clId="{3372AF06-5843-43D2-954F-808DC0B168C3}" dt="2026-06-22T19:56:41.114" v="128" actId="26606"/>
          <ac:spMkLst>
            <pc:docMk/>
            <pc:sldMk cId="512889706" sldId="256"/>
            <ac:spMk id="37" creationId="{1DB043B4-68C6-45B9-82AC-A5800EADB8DB}"/>
          </ac:spMkLst>
        </pc:spChg>
        <pc:spChg chg="add del mod">
          <ac:chgData name="Huber Leon" userId="be83c947-4ae9-4fa9-80b3-c723d02a087b" providerId="ADAL" clId="{3372AF06-5843-43D2-954F-808DC0B168C3}" dt="2026-06-22T19:55:49.348" v="107" actId="478"/>
          <ac:spMkLst>
            <pc:docMk/>
            <pc:sldMk cId="512889706" sldId="256"/>
            <ac:spMk id="38" creationId="{50E0F1C0-DEF6-A549-9600-EC5AAA78492C}"/>
          </ac:spMkLst>
        </pc:spChg>
        <pc:spChg chg="add del">
          <ac:chgData name="Huber Leon" userId="be83c947-4ae9-4fa9-80b3-c723d02a087b" providerId="ADAL" clId="{3372AF06-5843-43D2-954F-808DC0B168C3}" dt="2026-06-22T19:53:01.059" v="61" actId="26606"/>
          <ac:spMkLst>
            <pc:docMk/>
            <pc:sldMk cId="512889706" sldId="256"/>
            <ac:spMk id="41" creationId="{27A9C548-0579-4864-92A3-093842E89D88}"/>
          </ac:spMkLst>
        </pc:spChg>
        <pc:spChg chg="add del">
          <ac:chgData name="Huber Leon" userId="be83c947-4ae9-4fa9-80b3-c723d02a087b" providerId="ADAL" clId="{3372AF06-5843-43D2-954F-808DC0B168C3}" dt="2026-06-22T19:53:01.059" v="61" actId="26606"/>
          <ac:spMkLst>
            <pc:docMk/>
            <pc:sldMk cId="512889706" sldId="256"/>
            <ac:spMk id="43" creationId="{57525A5F-CDD4-4EB3-9187-2A0E9EA15041}"/>
          </ac:spMkLst>
        </pc:spChg>
        <pc:spChg chg="add">
          <ac:chgData name="Huber Leon" userId="be83c947-4ae9-4fa9-80b3-c723d02a087b" providerId="ADAL" clId="{3372AF06-5843-43D2-954F-808DC0B168C3}" dt="2026-06-22T19:56:41.114" v="128" actId="26606"/>
          <ac:spMkLst>
            <pc:docMk/>
            <pc:sldMk cId="512889706" sldId="256"/>
            <ac:spMk id="44" creationId="{94459D96-B947-4C7F-8BCA-915F8B07C0AA}"/>
          </ac:spMkLst>
        </pc:spChg>
        <pc:spChg chg="add del">
          <ac:chgData name="Huber Leon" userId="be83c947-4ae9-4fa9-80b3-c723d02a087b" providerId="ADAL" clId="{3372AF06-5843-43D2-954F-808DC0B168C3}" dt="2026-06-22T19:53:01.059" v="61" actId="26606"/>
          <ac:spMkLst>
            <pc:docMk/>
            <pc:sldMk cId="512889706" sldId="256"/>
            <ac:spMk id="45" creationId="{08F5B423-DA6A-4E80-B3CA-549A442C8FB4}"/>
          </ac:spMkLst>
        </pc:spChg>
        <pc:spChg chg="add del">
          <ac:chgData name="Huber Leon" userId="be83c947-4ae9-4fa9-80b3-c723d02a087b" providerId="ADAL" clId="{3372AF06-5843-43D2-954F-808DC0B168C3}" dt="2026-06-22T19:53:01.059" v="61" actId="26606"/>
          <ac:spMkLst>
            <pc:docMk/>
            <pc:sldMk cId="512889706" sldId="256"/>
            <ac:spMk id="47" creationId="{738170B5-3ECC-493B-85FA-6905971AD17E}"/>
          </ac:spMkLst>
        </pc:spChg>
        <pc:spChg chg="add mod">
          <ac:chgData name="Huber Leon" userId="be83c947-4ae9-4fa9-80b3-c723d02a087b" providerId="ADAL" clId="{3372AF06-5843-43D2-954F-808DC0B168C3}" dt="2026-06-22T20:03:02.825" v="195" actId="571"/>
          <ac:spMkLst>
            <pc:docMk/>
            <pc:sldMk cId="512889706" sldId="256"/>
            <ac:spMk id="48" creationId="{058DC366-99B2-7F22-60D1-1E9383BC74C3}"/>
          </ac:spMkLst>
        </pc:spChg>
        <pc:spChg chg="add del">
          <ac:chgData name="Huber Leon" userId="be83c947-4ae9-4fa9-80b3-c723d02a087b" providerId="ADAL" clId="{3372AF06-5843-43D2-954F-808DC0B168C3}" dt="2026-06-22T19:53:02.130" v="63" actId="26606"/>
          <ac:spMkLst>
            <pc:docMk/>
            <pc:sldMk cId="512889706" sldId="256"/>
            <ac:spMk id="55" creationId="{BEBBBF70-6ABC-46E8-A293-73A60B8E2EA4}"/>
          </ac:spMkLst>
        </pc:spChg>
        <pc:spChg chg="add del">
          <ac:chgData name="Huber Leon" userId="be83c947-4ae9-4fa9-80b3-c723d02a087b" providerId="ADAL" clId="{3372AF06-5843-43D2-954F-808DC0B168C3}" dt="2026-06-22T19:53:02.130" v="63" actId="26606"/>
          <ac:spMkLst>
            <pc:docMk/>
            <pc:sldMk cId="512889706" sldId="256"/>
            <ac:spMk id="56" creationId="{05388887-43DC-4FAF-9400-7925701AFEE6}"/>
          </ac:spMkLst>
        </pc:spChg>
        <pc:spChg chg="add del">
          <ac:chgData name="Huber Leon" userId="be83c947-4ae9-4fa9-80b3-c723d02a087b" providerId="ADAL" clId="{3372AF06-5843-43D2-954F-808DC0B168C3}" dt="2026-06-22T19:53:02.130" v="63" actId="26606"/>
          <ac:spMkLst>
            <pc:docMk/>
            <pc:sldMk cId="512889706" sldId="256"/>
            <ac:spMk id="57" creationId="{2F2FD4B7-706B-4F5C-A0C7-7D69677C7BFC}"/>
          </ac:spMkLst>
        </pc:spChg>
        <pc:spChg chg="add del">
          <ac:chgData name="Huber Leon" userId="be83c947-4ae9-4fa9-80b3-c723d02a087b" providerId="ADAL" clId="{3372AF06-5843-43D2-954F-808DC0B168C3}" dt="2026-06-22T19:53:04.354" v="65" actId="26606"/>
          <ac:spMkLst>
            <pc:docMk/>
            <pc:sldMk cId="512889706" sldId="256"/>
            <ac:spMk id="62" creationId="{EA4E4267-CAF0-4C38-8DC6-CD3B1A9F046E}"/>
          </ac:spMkLst>
        </pc:spChg>
        <pc:spChg chg="add del">
          <ac:chgData name="Huber Leon" userId="be83c947-4ae9-4fa9-80b3-c723d02a087b" providerId="ADAL" clId="{3372AF06-5843-43D2-954F-808DC0B168C3}" dt="2026-06-22T19:53:04.354" v="65" actId="26606"/>
          <ac:spMkLst>
            <pc:docMk/>
            <pc:sldMk cId="512889706" sldId="256"/>
            <ac:spMk id="63" creationId="{0EE3ACC5-126D-4BA4-8B45-7F0B5B839C51}"/>
          </ac:spMkLst>
        </pc:spChg>
        <pc:spChg chg="add del">
          <ac:chgData name="Huber Leon" userId="be83c947-4ae9-4fa9-80b3-c723d02a087b" providerId="ADAL" clId="{3372AF06-5843-43D2-954F-808DC0B168C3}" dt="2026-06-22T19:53:04.354" v="65" actId="26606"/>
          <ac:spMkLst>
            <pc:docMk/>
            <pc:sldMk cId="512889706" sldId="256"/>
            <ac:spMk id="64" creationId="{AB2868F7-FE10-4289-A5BD-90763C7A2F5A}"/>
          </ac:spMkLst>
        </pc:spChg>
        <pc:spChg chg="add del">
          <ac:chgData name="Huber Leon" userId="be83c947-4ae9-4fa9-80b3-c723d02a087b" providerId="ADAL" clId="{3372AF06-5843-43D2-954F-808DC0B168C3}" dt="2026-06-22T19:53:04.354" v="65" actId="26606"/>
          <ac:spMkLst>
            <pc:docMk/>
            <pc:sldMk cId="512889706" sldId="256"/>
            <ac:spMk id="65" creationId="{BD94142C-10EE-487C-A327-404FDF358F22}"/>
          </ac:spMkLst>
        </pc:spChg>
        <pc:spChg chg="add del">
          <ac:chgData name="Huber Leon" userId="be83c947-4ae9-4fa9-80b3-c723d02a087b" providerId="ADAL" clId="{3372AF06-5843-43D2-954F-808DC0B168C3}" dt="2026-06-22T19:53:04.354" v="65" actId="26606"/>
          <ac:spMkLst>
            <pc:docMk/>
            <pc:sldMk cId="512889706" sldId="256"/>
            <ac:spMk id="66" creationId="{5F7FAC2D-7A74-4939-A917-A1A5AF935685}"/>
          </ac:spMkLst>
        </pc:spChg>
        <pc:spChg chg="add del">
          <ac:chgData name="Huber Leon" userId="be83c947-4ae9-4fa9-80b3-c723d02a087b" providerId="ADAL" clId="{3372AF06-5843-43D2-954F-808DC0B168C3}" dt="2026-06-22T19:53:04.354" v="65" actId="26606"/>
          <ac:spMkLst>
            <pc:docMk/>
            <pc:sldMk cId="512889706" sldId="256"/>
            <ac:spMk id="67" creationId="{BA53A868-C420-4BAE-9244-EC162AF05CFC}"/>
          </ac:spMkLst>
        </pc:spChg>
        <pc:spChg chg="add del">
          <ac:chgData name="Huber Leon" userId="be83c947-4ae9-4fa9-80b3-c723d02a087b" providerId="ADAL" clId="{3372AF06-5843-43D2-954F-808DC0B168C3}" dt="2026-06-22T19:53:17.247" v="69" actId="26606"/>
          <ac:spMkLst>
            <pc:docMk/>
            <pc:sldMk cId="512889706" sldId="256"/>
            <ac:spMk id="72" creationId="{27A9C548-0579-4864-92A3-093842E89D88}"/>
          </ac:spMkLst>
        </pc:spChg>
        <pc:spChg chg="add del">
          <ac:chgData name="Huber Leon" userId="be83c947-4ae9-4fa9-80b3-c723d02a087b" providerId="ADAL" clId="{3372AF06-5843-43D2-954F-808DC0B168C3}" dt="2026-06-22T19:53:17.247" v="69" actId="26606"/>
          <ac:spMkLst>
            <pc:docMk/>
            <pc:sldMk cId="512889706" sldId="256"/>
            <ac:spMk id="73" creationId="{57525A5F-CDD4-4EB3-9187-2A0E9EA15041}"/>
          </ac:spMkLst>
        </pc:spChg>
        <pc:spChg chg="add del">
          <ac:chgData name="Huber Leon" userId="be83c947-4ae9-4fa9-80b3-c723d02a087b" providerId="ADAL" clId="{3372AF06-5843-43D2-954F-808DC0B168C3}" dt="2026-06-22T19:53:17.247" v="69" actId="26606"/>
          <ac:spMkLst>
            <pc:docMk/>
            <pc:sldMk cId="512889706" sldId="256"/>
            <ac:spMk id="74" creationId="{08F5B423-DA6A-4E80-B3CA-549A442C8FB4}"/>
          </ac:spMkLst>
        </pc:spChg>
        <pc:spChg chg="add del">
          <ac:chgData name="Huber Leon" userId="be83c947-4ae9-4fa9-80b3-c723d02a087b" providerId="ADAL" clId="{3372AF06-5843-43D2-954F-808DC0B168C3}" dt="2026-06-22T19:53:17.247" v="69" actId="26606"/>
          <ac:spMkLst>
            <pc:docMk/>
            <pc:sldMk cId="512889706" sldId="256"/>
            <ac:spMk id="75" creationId="{738170B5-3ECC-493B-85FA-6905971AD17E}"/>
          </ac:spMkLst>
        </pc:spChg>
        <pc:grpChg chg="add">
          <ac:chgData name="Huber Leon" userId="be83c947-4ae9-4fa9-80b3-c723d02a087b" providerId="ADAL" clId="{3372AF06-5843-43D2-954F-808DC0B168C3}" dt="2026-06-22T19:56:41.114" v="128" actId="26606"/>
          <ac:grpSpMkLst>
            <pc:docMk/>
            <pc:sldMk cId="512889706" sldId="256"/>
            <ac:grpSpMk id="39" creationId="{73840CF4-F848-4FE0-AEA6-C9E806911B9E}"/>
          </ac:grpSpMkLst>
        </pc:grpChg>
        <pc:picChg chg="add del mod modCrop">
          <ac:chgData name="Huber Leon" userId="be83c947-4ae9-4fa9-80b3-c723d02a087b" providerId="ADAL" clId="{3372AF06-5843-43D2-954F-808DC0B168C3}" dt="2026-06-22T20:00:01.967" v="160" actId="21"/>
          <ac:picMkLst>
            <pc:docMk/>
            <pc:sldMk cId="512889706" sldId="256"/>
            <ac:picMk id="5" creationId="{54F7CCD5-0AAD-1A7C-FC9D-2B0E836DA676}"/>
          </ac:picMkLst>
        </pc:picChg>
        <pc:picChg chg="add del mod">
          <ac:chgData name="Huber Leon" userId="be83c947-4ae9-4fa9-80b3-c723d02a087b" providerId="ADAL" clId="{3372AF06-5843-43D2-954F-808DC0B168C3}" dt="2026-06-22T19:54:16.997" v="92" actId="22"/>
          <ac:picMkLst>
            <pc:docMk/>
            <pc:sldMk cId="512889706" sldId="256"/>
            <ac:picMk id="7" creationId="{F50D7954-F47E-97BA-DBB3-D76628D769CA}"/>
          </ac:picMkLst>
        </pc:picChg>
        <pc:picChg chg="add del mod ord">
          <ac:chgData name="Huber Leon" userId="be83c947-4ae9-4fa9-80b3-c723d02a087b" providerId="ADAL" clId="{3372AF06-5843-43D2-954F-808DC0B168C3}" dt="2026-06-22T19:55:50.558" v="113" actId="22"/>
          <ac:picMkLst>
            <pc:docMk/>
            <pc:sldMk cId="512889706" sldId="256"/>
            <ac:picMk id="9" creationId="{5E8374B8-F328-E350-7B59-71808917113A}"/>
          </ac:picMkLst>
        </pc:picChg>
        <pc:picChg chg="add del">
          <ac:chgData name="Huber Leon" userId="be83c947-4ae9-4fa9-80b3-c723d02a087b" providerId="ADAL" clId="{3372AF06-5843-43D2-954F-808DC0B168C3}" dt="2026-06-22T19:55:49.502" v="108" actId="22"/>
          <ac:picMkLst>
            <pc:docMk/>
            <pc:sldMk cId="512889706" sldId="256"/>
            <ac:picMk id="13" creationId="{29EAE09D-7F94-7106-1783-DBAB49AB250D}"/>
          </ac:picMkLst>
        </pc:picChg>
        <pc:picChg chg="add mod modCrop">
          <ac:chgData name="Huber Leon" userId="be83c947-4ae9-4fa9-80b3-c723d02a087b" providerId="ADAL" clId="{3372AF06-5843-43D2-954F-808DC0B168C3}" dt="2026-06-22T20:03:17.501" v="196" actId="1076"/>
          <ac:picMkLst>
            <pc:docMk/>
            <pc:sldMk cId="512889706" sldId="256"/>
            <ac:picMk id="46" creationId="{54F7CCD5-0AAD-1A7C-FC9D-2B0E836DA676}"/>
          </ac:picMkLst>
        </pc:picChg>
        <pc:picChg chg="add mod">
          <ac:chgData name="Huber Leon" userId="be83c947-4ae9-4fa9-80b3-c723d02a087b" providerId="ADAL" clId="{3372AF06-5843-43D2-954F-808DC0B168C3}" dt="2026-06-22T20:03:02.825" v="195" actId="571"/>
          <ac:picMkLst>
            <pc:docMk/>
            <pc:sldMk cId="512889706" sldId="256"/>
            <ac:picMk id="50" creationId="{75F57100-A3ED-D074-5298-110EF9A69D0D}"/>
          </ac:picMkLst>
        </pc:picChg>
        <pc:cxnChg chg="add del">
          <ac:chgData name="Huber Leon" userId="be83c947-4ae9-4fa9-80b3-c723d02a087b" providerId="ADAL" clId="{3372AF06-5843-43D2-954F-808DC0B168C3}" dt="2026-06-22T19:56:41.114" v="128" actId="26606"/>
          <ac:cxnSpMkLst>
            <pc:docMk/>
            <pc:sldMk cId="512889706" sldId="256"/>
            <ac:cxnSpMk id="12" creationId="{A2D508B3-A66C-833E-D929-8DC211635676}"/>
          </ac:cxnSpMkLst>
        </pc:cxnChg>
        <pc:cxnChg chg="add del">
          <ac:chgData name="Huber Leon" userId="be83c947-4ae9-4fa9-80b3-c723d02a087b" providerId="ADAL" clId="{3372AF06-5843-43D2-954F-808DC0B168C3}" dt="2026-06-22T19:52:49.312" v="57" actId="26606"/>
          <ac:cxnSpMkLst>
            <pc:docMk/>
            <pc:sldMk cId="512889706" sldId="256"/>
            <ac:cxnSpMk id="26" creationId="{750527CE-FCD0-40C8-B37A-39331C2A4FDF}"/>
          </ac:cxnSpMkLst>
        </pc:cxnChg>
        <pc:cxnChg chg="add del">
          <ac:chgData name="Huber Leon" userId="be83c947-4ae9-4fa9-80b3-c723d02a087b" providerId="ADAL" clId="{3372AF06-5843-43D2-954F-808DC0B168C3}" dt="2026-06-22T19:54:13.042" v="89" actId="26606"/>
          <ac:cxnSpMkLst>
            <pc:docMk/>
            <pc:sldMk cId="512889706" sldId="256"/>
            <ac:cxnSpMk id="27" creationId="{D132AEA7-A24A-45A9-BF8F-D0AFF34DF68C}"/>
          </ac:cxnSpMkLst>
        </pc:cxnChg>
        <pc:cxnChg chg="add del">
          <ac:chgData name="Huber Leon" userId="be83c947-4ae9-4fa9-80b3-c723d02a087b" providerId="ADAL" clId="{3372AF06-5843-43D2-954F-808DC0B168C3}" dt="2026-06-22T19:53:17.543" v="71" actId="26606"/>
          <ac:cxnSpMkLst>
            <pc:docMk/>
            <pc:sldMk cId="512889706" sldId="256"/>
            <ac:cxnSpMk id="34" creationId="{9738CB9E-8778-46C8-9564-691BCFA6C74B}"/>
          </ac:cxnSpMkLst>
        </pc:cxnChg>
        <pc:cxnChg chg="add del">
          <ac:chgData name="Huber Leon" userId="be83c947-4ae9-4fa9-80b3-c723d02a087b" providerId="ADAL" clId="{3372AF06-5843-43D2-954F-808DC0B168C3}" dt="2026-06-22T19:54:16.802" v="91" actId="26606"/>
          <ac:cxnSpMkLst>
            <pc:docMk/>
            <pc:sldMk cId="512889706" sldId="256"/>
            <ac:cxnSpMk id="35" creationId="{A2D508B3-A66C-833E-D929-8DC211635676}"/>
          </ac:cxnSpMkLst>
        </pc:cxnChg>
      </pc:sldChg>
      <pc:sldChg chg="addSp delSp modSp new mod modTransition setBg delAnim modAnim modNotesTx">
        <pc:chgData name="Huber Leon" userId="be83c947-4ae9-4fa9-80b3-c723d02a087b" providerId="ADAL" clId="{3372AF06-5843-43D2-954F-808DC0B168C3}" dt="2026-06-22T23:24:56.642" v="3309" actId="22"/>
        <pc:sldMkLst>
          <pc:docMk/>
          <pc:sldMk cId="745346021" sldId="257"/>
        </pc:sldMkLst>
        <pc:spChg chg="mod">
          <ac:chgData name="Huber Leon" userId="be83c947-4ae9-4fa9-80b3-c723d02a087b" providerId="ADAL" clId="{3372AF06-5843-43D2-954F-808DC0B168C3}" dt="2026-06-22T20:25:18.597" v="1253" actId="26606"/>
          <ac:spMkLst>
            <pc:docMk/>
            <pc:sldMk cId="745346021" sldId="257"/>
            <ac:spMk id="2" creationId="{C4587936-8EF8-D931-5B5D-A25D955A527B}"/>
          </ac:spMkLst>
        </pc:spChg>
        <pc:spChg chg="add del mod">
          <ac:chgData name="Huber Leon" userId="be83c947-4ae9-4fa9-80b3-c723d02a087b" providerId="ADAL" clId="{3372AF06-5843-43D2-954F-808DC0B168C3}" dt="2026-06-22T20:25:18.597" v="1253" actId="26606"/>
          <ac:spMkLst>
            <pc:docMk/>
            <pc:sldMk cId="745346021" sldId="257"/>
            <ac:spMk id="3" creationId="{A763D5AD-3077-5781-588C-A31E4441E8C7}"/>
          </ac:spMkLst>
        </pc:spChg>
        <pc:spChg chg="add del">
          <ac:chgData name="Huber Leon" userId="be83c947-4ae9-4fa9-80b3-c723d02a087b" providerId="ADAL" clId="{3372AF06-5843-43D2-954F-808DC0B168C3}" dt="2026-06-22T20:23:20.180" v="1211" actId="26606"/>
          <ac:spMkLst>
            <pc:docMk/>
            <pc:sldMk cId="745346021" sldId="257"/>
            <ac:spMk id="9" creationId="{60B7752B-728D-4CA3-8923-C4F7F77029E3}"/>
          </ac:spMkLst>
        </pc:spChg>
        <pc:spChg chg="add del">
          <ac:chgData name="Huber Leon" userId="be83c947-4ae9-4fa9-80b3-c723d02a087b" providerId="ADAL" clId="{3372AF06-5843-43D2-954F-808DC0B168C3}" dt="2026-06-22T20:23:35.278" v="1213" actId="26606"/>
          <ac:spMkLst>
            <pc:docMk/>
            <pc:sldMk cId="745346021" sldId="257"/>
            <ac:spMk id="10" creationId="{60B7752B-728D-4CA3-8923-C4F7F77029E3}"/>
          </ac:spMkLst>
        </pc:spChg>
        <pc:spChg chg="add del">
          <ac:chgData name="Huber Leon" userId="be83c947-4ae9-4fa9-80b3-c723d02a087b" providerId="ADAL" clId="{3372AF06-5843-43D2-954F-808DC0B168C3}" dt="2026-06-22T20:23:20.180" v="1211" actId="26606"/>
          <ac:spMkLst>
            <pc:docMk/>
            <pc:sldMk cId="745346021" sldId="257"/>
            <ac:spMk id="11" creationId="{88392DC7-0988-443B-A0D0-E726C7DB622B}"/>
          </ac:spMkLst>
        </pc:spChg>
        <pc:spChg chg="add del">
          <ac:chgData name="Huber Leon" userId="be83c947-4ae9-4fa9-80b3-c723d02a087b" providerId="ADAL" clId="{3372AF06-5843-43D2-954F-808DC0B168C3}" dt="2026-06-22T20:23:35.278" v="1213" actId="26606"/>
          <ac:spMkLst>
            <pc:docMk/>
            <pc:sldMk cId="745346021" sldId="257"/>
            <ac:spMk id="12" creationId="{429899A3-416E-4DB5-846D-023526052013}"/>
          </ac:spMkLst>
        </pc:spChg>
        <pc:spChg chg="add del">
          <ac:chgData name="Huber Leon" userId="be83c947-4ae9-4fa9-80b3-c723d02a087b" providerId="ADAL" clId="{3372AF06-5843-43D2-954F-808DC0B168C3}" dt="2026-06-22T20:24:39.179" v="1217" actId="26606"/>
          <ac:spMkLst>
            <pc:docMk/>
            <pc:sldMk cId="745346021" sldId="257"/>
            <ac:spMk id="15" creationId="{60B7752B-728D-4CA3-8923-C4F7F77029E3}"/>
          </ac:spMkLst>
        </pc:spChg>
        <pc:spChg chg="add del">
          <ac:chgData name="Huber Leon" userId="be83c947-4ae9-4fa9-80b3-c723d02a087b" providerId="ADAL" clId="{3372AF06-5843-43D2-954F-808DC0B168C3}" dt="2026-06-22T20:24:39.179" v="1217" actId="26606"/>
          <ac:spMkLst>
            <pc:docMk/>
            <pc:sldMk cId="745346021" sldId="257"/>
            <ac:spMk id="16" creationId="{88392DC7-0988-443B-A0D0-E726C7DB622B}"/>
          </ac:spMkLst>
        </pc:spChg>
        <pc:spChg chg="add del">
          <ac:chgData name="Huber Leon" userId="be83c947-4ae9-4fa9-80b3-c723d02a087b" providerId="ADAL" clId="{3372AF06-5843-43D2-954F-808DC0B168C3}" dt="2026-06-22T20:24:55.436" v="1220" actId="26606"/>
          <ac:spMkLst>
            <pc:docMk/>
            <pc:sldMk cId="745346021" sldId="257"/>
            <ac:spMk id="18" creationId="{A5931BE0-4B93-4D6C-878E-ACC59D6B4587}"/>
          </ac:spMkLst>
        </pc:spChg>
        <pc:spChg chg="add del">
          <ac:chgData name="Huber Leon" userId="be83c947-4ae9-4fa9-80b3-c723d02a087b" providerId="ADAL" clId="{3372AF06-5843-43D2-954F-808DC0B168C3}" dt="2026-06-22T20:24:55.436" v="1220" actId="26606"/>
          <ac:spMkLst>
            <pc:docMk/>
            <pc:sldMk cId="745346021" sldId="257"/>
            <ac:spMk id="19" creationId="{DE950493-A53F-4D4C-9157-A238C4B2A731}"/>
          </ac:spMkLst>
        </pc:spChg>
        <pc:spChg chg="add del">
          <ac:chgData name="Huber Leon" userId="be83c947-4ae9-4fa9-80b3-c723d02a087b" providerId="ADAL" clId="{3372AF06-5843-43D2-954F-808DC0B168C3}" dt="2026-06-22T20:24:55.436" v="1220" actId="26606"/>
          <ac:spMkLst>
            <pc:docMk/>
            <pc:sldMk cId="745346021" sldId="257"/>
            <ac:spMk id="23" creationId="{D20AE261-8977-4583-A036-88CC1CE1AEBF}"/>
          </ac:spMkLst>
        </pc:spChg>
        <pc:spChg chg="add del">
          <ac:chgData name="Huber Leon" userId="be83c947-4ae9-4fa9-80b3-c723d02a087b" providerId="ADAL" clId="{3372AF06-5843-43D2-954F-808DC0B168C3}" dt="2026-06-22T20:25:18.597" v="1253" actId="26606"/>
          <ac:spMkLst>
            <pc:docMk/>
            <pc:sldMk cId="745346021" sldId="257"/>
            <ac:spMk id="24" creationId="{60B7752B-728D-4CA3-8923-C4F7F77029E3}"/>
          </ac:spMkLst>
        </pc:spChg>
        <pc:spChg chg="add del">
          <ac:chgData name="Huber Leon" userId="be83c947-4ae9-4fa9-80b3-c723d02a087b" providerId="ADAL" clId="{3372AF06-5843-43D2-954F-808DC0B168C3}" dt="2026-06-22T20:25:18.597" v="1253" actId="26606"/>
          <ac:spMkLst>
            <pc:docMk/>
            <pc:sldMk cId="745346021" sldId="257"/>
            <ac:spMk id="25" creationId="{88392DC7-0988-443B-A0D0-E726C7DB622B}"/>
          </ac:spMkLst>
        </pc:spChg>
        <pc:spChg chg="add del mod">
          <ac:chgData name="Huber Leon" userId="be83c947-4ae9-4fa9-80b3-c723d02a087b" providerId="ADAL" clId="{3372AF06-5843-43D2-954F-808DC0B168C3}" dt="2026-06-22T20:25:04.056" v="1224" actId="478"/>
          <ac:spMkLst>
            <pc:docMk/>
            <pc:sldMk cId="745346021" sldId="257"/>
            <ac:spMk id="28" creationId="{36192272-D9E6-19BF-E176-1C733C769DB4}"/>
          </ac:spMkLst>
        </pc:spChg>
        <pc:spChg chg="add del mod">
          <ac:chgData name="Huber Leon" userId="be83c947-4ae9-4fa9-80b3-c723d02a087b" providerId="ADAL" clId="{3372AF06-5843-43D2-954F-808DC0B168C3}" dt="2026-06-22T20:27:08.109" v="1381" actId="478"/>
          <ac:spMkLst>
            <pc:docMk/>
            <pc:sldMk cId="745346021" sldId="257"/>
            <ac:spMk id="30" creationId="{BB61178A-EE59-D59B-3772-981BFC9F4A53}"/>
          </ac:spMkLst>
        </pc:spChg>
        <pc:grpChg chg="add del">
          <ac:chgData name="Huber Leon" userId="be83c947-4ae9-4fa9-80b3-c723d02a087b" providerId="ADAL" clId="{3372AF06-5843-43D2-954F-808DC0B168C3}" dt="2026-06-22T20:24:55.436" v="1220" actId="26606"/>
          <ac:grpSpMkLst>
            <pc:docMk/>
            <pc:sldMk cId="745346021" sldId="257"/>
            <ac:grpSpMk id="21" creationId="{FF1EAF9B-8869-450E-98BF-FD6EA6564B03}"/>
          </ac:grpSpMkLst>
        </pc:grpChg>
        <pc:graphicFrameChg chg="add del">
          <ac:chgData name="Huber Leon" userId="be83c947-4ae9-4fa9-80b3-c723d02a087b" providerId="ADAL" clId="{3372AF06-5843-43D2-954F-808DC0B168C3}" dt="2026-06-22T20:23:20.180" v="1211" actId="26606"/>
          <ac:graphicFrameMkLst>
            <pc:docMk/>
            <pc:sldMk cId="745346021" sldId="257"/>
            <ac:graphicFrameMk id="7" creationId="{E1F646F7-564B-7776-B041-AD206A2A330C}"/>
          </ac:graphicFrameMkLst>
        </pc:graphicFrameChg>
        <pc:graphicFrameChg chg="add del">
          <ac:chgData name="Huber Leon" userId="be83c947-4ae9-4fa9-80b3-c723d02a087b" providerId="ADAL" clId="{3372AF06-5843-43D2-954F-808DC0B168C3}" dt="2026-06-22T20:23:35.278" v="1213" actId="26606"/>
          <ac:graphicFrameMkLst>
            <pc:docMk/>
            <pc:sldMk cId="745346021" sldId="257"/>
            <ac:graphicFrameMk id="13" creationId="{F6667038-8488-9490-9932-2B99FEFB5FD6}"/>
          </ac:graphicFrameMkLst>
        </pc:graphicFrameChg>
        <pc:graphicFrameChg chg="add del mod">
          <ac:chgData name="Huber Leon" userId="be83c947-4ae9-4fa9-80b3-c723d02a087b" providerId="ADAL" clId="{3372AF06-5843-43D2-954F-808DC0B168C3}" dt="2026-06-22T20:24:39.179" v="1217" actId="26606"/>
          <ac:graphicFrameMkLst>
            <pc:docMk/>
            <pc:sldMk cId="745346021" sldId="257"/>
            <ac:graphicFrameMk id="17" creationId="{02A9C416-FE24-63B9-272F-BCAB7C67EAED}"/>
          </ac:graphicFrameMkLst>
        </pc:graphicFrameChg>
        <pc:graphicFrameChg chg="add del mod modGraphic">
          <ac:chgData name="Huber Leon" userId="be83c947-4ae9-4fa9-80b3-c723d02a087b" providerId="ADAL" clId="{3372AF06-5843-43D2-954F-808DC0B168C3}" dt="2026-06-22T20:31:13.561" v="1399"/>
          <ac:graphicFrameMkLst>
            <pc:docMk/>
            <pc:sldMk cId="745346021" sldId="257"/>
            <ac:graphicFrameMk id="26" creationId="{E9867878-A2E0-6A9B-4D9C-F86201DE8418}"/>
          </ac:graphicFrameMkLst>
        </pc:graphicFrameChg>
        <pc:picChg chg="add del mod modCrop">
          <ac:chgData name="Huber Leon" userId="be83c947-4ae9-4fa9-80b3-c723d02a087b" providerId="ADAL" clId="{3372AF06-5843-43D2-954F-808DC0B168C3}" dt="2026-06-22T20:08:46.664" v="311" actId="21"/>
          <ac:picMkLst>
            <pc:docMk/>
            <pc:sldMk cId="745346021" sldId="257"/>
            <ac:picMk id="5" creationId="{385F64CC-D664-225F-FF55-B5D011BE0333}"/>
          </ac:picMkLst>
        </pc:picChg>
        <pc:picChg chg="add del mod">
          <ac:chgData name="Huber Leon" userId="be83c947-4ae9-4fa9-80b3-c723d02a087b" providerId="ADAL" clId="{3372AF06-5843-43D2-954F-808DC0B168C3}" dt="2026-06-22T20:10:02.682" v="339" actId="21"/>
          <ac:picMkLst>
            <pc:docMk/>
            <pc:sldMk cId="745346021" sldId="257"/>
            <ac:picMk id="6" creationId="{385F64CC-D664-225F-FF55-B5D011BE0333}"/>
          </ac:picMkLst>
        </pc:picChg>
        <pc:picChg chg="add del">
          <ac:chgData name="Huber Leon" userId="be83c947-4ae9-4fa9-80b3-c723d02a087b" providerId="ADAL" clId="{3372AF06-5843-43D2-954F-808DC0B168C3}" dt="2026-06-22T20:20:00.491" v="942" actId="478"/>
          <ac:picMkLst>
            <pc:docMk/>
            <pc:sldMk cId="745346021" sldId="257"/>
            <ac:picMk id="8" creationId="{778F3604-A569-7635-B27D-68738EF12CE9}"/>
          </ac:picMkLst>
        </pc:picChg>
        <pc:picChg chg="add del">
          <ac:chgData name="Huber Leon" userId="be83c947-4ae9-4fa9-80b3-c723d02a087b" providerId="ADAL" clId="{3372AF06-5843-43D2-954F-808DC0B168C3}" dt="2026-06-22T20:24:55.436" v="1220" actId="26606"/>
          <ac:picMkLst>
            <pc:docMk/>
            <pc:sldMk cId="745346021" sldId="257"/>
            <ac:picMk id="20" creationId="{1278F0F3-9149-5234-EFC9-F256D39D3DCE}"/>
          </ac:picMkLst>
        </pc:picChg>
        <pc:picChg chg="add">
          <ac:chgData name="Huber Leon" userId="be83c947-4ae9-4fa9-80b3-c723d02a087b" providerId="ADAL" clId="{3372AF06-5843-43D2-954F-808DC0B168C3}" dt="2026-06-22T20:30:50.466" v="1389"/>
          <ac:picMkLst>
            <pc:docMk/>
            <pc:sldMk cId="745346021" sldId="257"/>
            <ac:picMk id="31" creationId="{F1BA38B8-1BCD-9DC5-95BF-5ABA47E24B62}"/>
          </ac:picMkLst>
        </pc:picChg>
        <pc:picChg chg="add">
          <ac:chgData name="Huber Leon" userId="be83c947-4ae9-4fa9-80b3-c723d02a087b" providerId="ADAL" clId="{3372AF06-5843-43D2-954F-808DC0B168C3}" dt="2026-06-22T20:30:52.036" v="1390"/>
          <ac:picMkLst>
            <pc:docMk/>
            <pc:sldMk cId="745346021" sldId="257"/>
            <ac:picMk id="32" creationId="{4AED0DDC-D0A1-3BEB-A7F3-3B4DE107A68B}"/>
          </ac:picMkLst>
        </pc:picChg>
        <pc:picChg chg="add del mod">
          <ac:chgData name="Huber Leon" userId="be83c947-4ae9-4fa9-80b3-c723d02a087b" providerId="ADAL" clId="{3372AF06-5843-43D2-954F-808DC0B168C3}" dt="2026-06-22T20:31:02.890" v="1394" actId="478"/>
          <ac:picMkLst>
            <pc:docMk/>
            <pc:sldMk cId="745346021" sldId="257"/>
            <ac:picMk id="33" creationId="{64CDA7E1-D033-865D-12BD-C9C27A887D19}"/>
          </ac:picMkLst>
        </pc:picChg>
        <pc:picChg chg="add del mod">
          <ac:chgData name="Huber Leon" userId="be83c947-4ae9-4fa9-80b3-c723d02a087b" providerId="ADAL" clId="{3372AF06-5843-43D2-954F-808DC0B168C3}" dt="2026-06-22T20:31:12.884" v="1398" actId="21"/>
          <ac:picMkLst>
            <pc:docMk/>
            <pc:sldMk cId="745346021" sldId="257"/>
            <ac:picMk id="35" creationId="{528D3530-BF83-3E32-E9D9-8DD3E630B5AF}"/>
          </ac:picMkLst>
        </pc:picChg>
        <pc:picChg chg="add mod">
          <ac:chgData name="Huber Leon" userId="be83c947-4ae9-4fa9-80b3-c723d02a087b" providerId="ADAL" clId="{3372AF06-5843-43D2-954F-808DC0B168C3}" dt="2026-06-22T21:43:20.033" v="3265" actId="1076"/>
          <ac:picMkLst>
            <pc:docMk/>
            <pc:sldMk cId="745346021" sldId="257"/>
            <ac:picMk id="36" creationId="{EC420CBF-AB41-1894-8DFB-A41586347183}"/>
          </ac:picMkLst>
        </pc:picChg>
        <pc:picChg chg="add del">
          <ac:chgData name="Huber Leon" userId="be83c947-4ae9-4fa9-80b3-c723d02a087b" providerId="ADAL" clId="{3372AF06-5843-43D2-954F-808DC0B168C3}" dt="2026-06-22T23:24:56.642" v="3309" actId="22"/>
          <ac:picMkLst>
            <pc:docMk/>
            <pc:sldMk cId="745346021" sldId="257"/>
            <ac:picMk id="38" creationId="{D48553BC-D219-C44D-8E0D-CDEB50F1EBA3}"/>
          </ac:picMkLst>
        </pc:picChg>
      </pc:sldChg>
      <pc:sldChg chg="new add del">
        <pc:chgData name="Huber Leon" userId="be83c947-4ae9-4fa9-80b3-c723d02a087b" providerId="ADAL" clId="{3372AF06-5843-43D2-954F-808DC0B168C3}" dt="2026-06-22T19:53:17.810" v="73" actId="680"/>
        <pc:sldMkLst>
          <pc:docMk/>
          <pc:sldMk cId="1581880732" sldId="257"/>
        </pc:sldMkLst>
      </pc:sldChg>
      <pc:sldChg chg="new del">
        <pc:chgData name="Huber Leon" userId="be83c947-4ae9-4fa9-80b3-c723d02a087b" providerId="ADAL" clId="{3372AF06-5843-43D2-954F-808DC0B168C3}" dt="2026-06-22T19:53:17.408" v="70" actId="680"/>
        <pc:sldMkLst>
          <pc:docMk/>
          <pc:sldMk cId="2445781873" sldId="257"/>
        </pc:sldMkLst>
      </pc:sldChg>
      <pc:sldChg chg="new add del">
        <pc:chgData name="Huber Leon" userId="be83c947-4ae9-4fa9-80b3-c723d02a087b" providerId="ADAL" clId="{3372AF06-5843-43D2-954F-808DC0B168C3}" dt="2026-06-22T19:53:18.483" v="75" actId="680"/>
        <pc:sldMkLst>
          <pc:docMk/>
          <pc:sldMk cId="3319708719" sldId="257"/>
        </pc:sldMkLst>
      </pc:sldChg>
      <pc:sldChg chg="addSp delSp modSp new del mod modNotesTx">
        <pc:chgData name="Huber Leon" userId="be83c947-4ae9-4fa9-80b3-c723d02a087b" providerId="ADAL" clId="{3372AF06-5843-43D2-954F-808DC0B168C3}" dt="2026-06-22T20:42:45.633" v="1851" actId="47"/>
        <pc:sldMkLst>
          <pc:docMk/>
          <pc:sldMk cId="1128090324" sldId="258"/>
        </pc:sldMkLst>
        <pc:spChg chg="mod">
          <ac:chgData name="Huber Leon" userId="be83c947-4ae9-4fa9-80b3-c723d02a087b" providerId="ADAL" clId="{3372AF06-5843-43D2-954F-808DC0B168C3}" dt="2026-06-22T20:34:07.837" v="1438" actId="20577"/>
          <ac:spMkLst>
            <pc:docMk/>
            <pc:sldMk cId="1128090324" sldId="258"/>
            <ac:spMk id="2" creationId="{3D9A06F7-002A-1ACA-8E48-5E90BECE02A2}"/>
          </ac:spMkLst>
        </pc:spChg>
        <pc:spChg chg="del">
          <ac:chgData name="Huber Leon" userId="be83c947-4ae9-4fa9-80b3-c723d02a087b" providerId="ADAL" clId="{3372AF06-5843-43D2-954F-808DC0B168C3}" dt="2026-06-22T20:34:09.210" v="1439" actId="22"/>
          <ac:spMkLst>
            <pc:docMk/>
            <pc:sldMk cId="1128090324" sldId="258"/>
            <ac:spMk id="3" creationId="{59B8DDBA-BB67-2CB4-7103-27DFAF70A2B9}"/>
          </ac:spMkLst>
        </pc:spChg>
        <pc:picChg chg="add mod ord modCrop">
          <ac:chgData name="Huber Leon" userId="be83c947-4ae9-4fa9-80b3-c723d02a087b" providerId="ADAL" clId="{3372AF06-5843-43D2-954F-808DC0B168C3}" dt="2026-06-22T20:34:54.622" v="1452" actId="14100"/>
          <ac:picMkLst>
            <pc:docMk/>
            <pc:sldMk cId="1128090324" sldId="258"/>
            <ac:picMk id="5" creationId="{3DE8BDE0-BD3F-3591-17A0-64EB337C7B8C}"/>
          </ac:picMkLst>
        </pc:picChg>
      </pc:sldChg>
      <pc:sldChg chg="new del">
        <pc:chgData name="Huber Leon" userId="be83c947-4ae9-4fa9-80b3-c723d02a087b" providerId="ADAL" clId="{3372AF06-5843-43D2-954F-808DC0B168C3}" dt="2026-06-22T19:53:17.033" v="68" actId="680"/>
        <pc:sldMkLst>
          <pc:docMk/>
          <pc:sldMk cId="1185391377" sldId="258"/>
        </pc:sldMkLst>
      </pc:sldChg>
      <pc:sldChg chg="addSp delSp add del setBg delDesignElem">
        <pc:chgData name="Huber Leon" userId="be83c947-4ae9-4fa9-80b3-c723d02a087b" providerId="ADAL" clId="{3372AF06-5843-43D2-954F-808DC0B168C3}" dt="2026-06-22T20:33:08.308" v="1402"/>
        <pc:sldMkLst>
          <pc:docMk/>
          <pc:sldMk cId="1198125019" sldId="258"/>
        </pc:sldMkLst>
        <pc:spChg chg="add del">
          <ac:chgData name="Huber Leon" userId="be83c947-4ae9-4fa9-80b3-c723d02a087b" providerId="ADAL" clId="{3372AF06-5843-43D2-954F-808DC0B168C3}" dt="2026-06-22T20:33:08.308" v="1402"/>
          <ac:spMkLst>
            <pc:docMk/>
            <pc:sldMk cId="1198125019" sldId="258"/>
            <ac:spMk id="24" creationId="{F9DA2C78-CA15-5987-F097-317E9EB40836}"/>
          </ac:spMkLst>
        </pc:spChg>
        <pc:spChg chg="add del">
          <ac:chgData name="Huber Leon" userId="be83c947-4ae9-4fa9-80b3-c723d02a087b" providerId="ADAL" clId="{3372AF06-5843-43D2-954F-808DC0B168C3}" dt="2026-06-22T20:33:08.308" v="1402"/>
          <ac:spMkLst>
            <pc:docMk/>
            <pc:sldMk cId="1198125019" sldId="258"/>
            <ac:spMk id="25" creationId="{E8C943E4-483B-937F-196F-9F0E65C90184}"/>
          </ac:spMkLst>
        </pc:spChg>
      </pc:sldChg>
      <pc:sldChg chg="modSp add mod modTransition modNotesTx">
        <pc:chgData name="Huber Leon" userId="be83c947-4ae9-4fa9-80b3-c723d02a087b" providerId="ADAL" clId="{3372AF06-5843-43D2-954F-808DC0B168C3}" dt="2026-06-22T23:33:05.075" v="4009" actId="732"/>
        <pc:sldMkLst>
          <pc:docMk/>
          <pc:sldMk cId="339112131" sldId="259"/>
        </pc:sldMkLst>
        <pc:spChg chg="mod">
          <ac:chgData name="Huber Leon" userId="be83c947-4ae9-4fa9-80b3-c723d02a087b" providerId="ADAL" clId="{3372AF06-5843-43D2-954F-808DC0B168C3}" dt="2026-06-22T20:50:00.356" v="2392" actId="20577"/>
          <ac:spMkLst>
            <pc:docMk/>
            <pc:sldMk cId="339112131" sldId="259"/>
            <ac:spMk id="2" creationId="{3BDFBA5B-BF1A-F002-44FE-C808DFBA45B4}"/>
          </ac:spMkLst>
        </pc:spChg>
        <pc:picChg chg="mod modCrop">
          <ac:chgData name="Huber Leon" userId="be83c947-4ae9-4fa9-80b3-c723d02a087b" providerId="ADAL" clId="{3372AF06-5843-43D2-954F-808DC0B168C3}" dt="2026-06-22T23:33:05.075" v="4009" actId="732"/>
          <ac:picMkLst>
            <pc:docMk/>
            <pc:sldMk cId="339112131" sldId="259"/>
            <ac:picMk id="5" creationId="{D7B8D54C-7007-1955-D74D-B9E9DD41B811}"/>
          </ac:picMkLst>
        </pc:picChg>
      </pc:sldChg>
      <pc:sldChg chg="modSp add mod modTransition modNotesTx">
        <pc:chgData name="Huber Leon" userId="be83c947-4ae9-4fa9-80b3-c723d02a087b" providerId="ADAL" clId="{3372AF06-5843-43D2-954F-808DC0B168C3}" dt="2026-06-22T21:19:40.412" v="3259" actId="20577"/>
        <pc:sldMkLst>
          <pc:docMk/>
          <pc:sldMk cId="2883704490" sldId="260"/>
        </pc:sldMkLst>
        <pc:spChg chg="mod">
          <ac:chgData name="Huber Leon" userId="be83c947-4ae9-4fa9-80b3-c723d02a087b" providerId="ADAL" clId="{3372AF06-5843-43D2-954F-808DC0B168C3}" dt="2026-06-22T20:50:04.557" v="2398" actId="20577"/>
          <ac:spMkLst>
            <pc:docMk/>
            <pc:sldMk cId="2883704490" sldId="260"/>
            <ac:spMk id="2" creationId="{5952A011-7A7E-DB15-210A-F9B8E4C3BE0E}"/>
          </ac:spMkLst>
        </pc:spChg>
        <pc:picChg chg="mod">
          <ac:chgData name="Huber Leon" userId="be83c947-4ae9-4fa9-80b3-c723d02a087b" providerId="ADAL" clId="{3372AF06-5843-43D2-954F-808DC0B168C3}" dt="2026-06-22T20:55:50.116" v="2478" actId="14826"/>
          <ac:picMkLst>
            <pc:docMk/>
            <pc:sldMk cId="2883704490" sldId="260"/>
            <ac:picMk id="5" creationId="{AD8AD158-FEA7-1D8F-DECF-B57DC1AD0972}"/>
          </ac:picMkLst>
        </pc:picChg>
      </pc:sldChg>
      <pc:sldChg chg="addSp delSp modSp add mod modTransition modNotesTx">
        <pc:chgData name="Huber Leon" userId="be83c947-4ae9-4fa9-80b3-c723d02a087b" providerId="ADAL" clId="{3372AF06-5843-43D2-954F-808DC0B168C3}" dt="2026-06-22T21:05:48.005" v="2546" actId="14826"/>
        <pc:sldMkLst>
          <pc:docMk/>
          <pc:sldMk cId="778597021" sldId="261"/>
        </pc:sldMkLst>
        <pc:spChg chg="mod">
          <ac:chgData name="Huber Leon" userId="be83c947-4ae9-4fa9-80b3-c723d02a087b" providerId="ADAL" clId="{3372AF06-5843-43D2-954F-808DC0B168C3}" dt="2026-06-22T20:50:20.629" v="2452" actId="20577"/>
          <ac:spMkLst>
            <pc:docMk/>
            <pc:sldMk cId="778597021" sldId="261"/>
            <ac:spMk id="2" creationId="{4128012C-2C3A-8352-5118-770B00DB105A}"/>
          </ac:spMkLst>
        </pc:spChg>
        <pc:spChg chg="add del mod">
          <ac:chgData name="Huber Leon" userId="be83c947-4ae9-4fa9-80b3-c723d02a087b" providerId="ADAL" clId="{3372AF06-5843-43D2-954F-808DC0B168C3}" dt="2026-06-22T20:50:36.066" v="2457" actId="22"/>
          <ac:spMkLst>
            <pc:docMk/>
            <pc:sldMk cId="778597021" sldId="261"/>
            <ac:spMk id="4" creationId="{D36DE1B7-3FEF-0850-4670-5EBD009AFE36}"/>
          </ac:spMkLst>
        </pc:spChg>
        <pc:picChg chg="del mod">
          <ac:chgData name="Huber Leon" userId="be83c947-4ae9-4fa9-80b3-c723d02a087b" providerId="ADAL" clId="{3372AF06-5843-43D2-954F-808DC0B168C3}" dt="2026-06-22T20:50:29.507" v="2454" actId="478"/>
          <ac:picMkLst>
            <pc:docMk/>
            <pc:sldMk cId="778597021" sldId="261"/>
            <ac:picMk id="5" creationId="{93D89D9D-9F3F-A280-1DAE-DDB08DDCF87E}"/>
          </ac:picMkLst>
        </pc:picChg>
        <pc:picChg chg="add del">
          <ac:chgData name="Huber Leon" userId="be83c947-4ae9-4fa9-80b3-c723d02a087b" providerId="ADAL" clId="{3372AF06-5843-43D2-954F-808DC0B168C3}" dt="2026-06-22T20:50:34.351" v="2456" actId="478"/>
          <ac:picMkLst>
            <pc:docMk/>
            <pc:sldMk cId="778597021" sldId="261"/>
            <ac:picMk id="7" creationId="{44036572-F2F6-2495-D144-2372F9CD24F2}"/>
          </ac:picMkLst>
        </pc:picChg>
        <pc:picChg chg="add mod ord">
          <ac:chgData name="Huber Leon" userId="be83c947-4ae9-4fa9-80b3-c723d02a087b" providerId="ADAL" clId="{3372AF06-5843-43D2-954F-808DC0B168C3}" dt="2026-06-22T21:05:48.005" v="2546" actId="14826"/>
          <ac:picMkLst>
            <pc:docMk/>
            <pc:sldMk cId="778597021" sldId="261"/>
            <ac:picMk id="9" creationId="{6836631F-AA01-605D-DFED-ADCE74E158AF}"/>
          </ac:picMkLst>
        </pc:picChg>
      </pc:sldChg>
      <pc:sldChg chg="addSp delSp modSp add mod modTransition modNotesTx">
        <pc:chgData name="Huber Leon" userId="be83c947-4ae9-4fa9-80b3-c723d02a087b" providerId="ADAL" clId="{3372AF06-5843-43D2-954F-808DC0B168C3}" dt="2026-06-22T21:05:45.226" v="2545" actId="14826"/>
        <pc:sldMkLst>
          <pc:docMk/>
          <pc:sldMk cId="3796974777" sldId="262"/>
        </pc:sldMkLst>
        <pc:spChg chg="del">
          <ac:chgData name="Huber Leon" userId="be83c947-4ae9-4fa9-80b3-c723d02a087b" providerId="ADAL" clId="{3372AF06-5843-43D2-954F-808DC0B168C3}" dt="2026-06-22T20:51:00.924" v="2461" actId="478"/>
          <ac:spMkLst>
            <pc:docMk/>
            <pc:sldMk cId="3796974777" sldId="262"/>
            <ac:spMk id="2" creationId="{4057BCC4-70BA-E37A-E104-2741730B93D3}"/>
          </ac:spMkLst>
        </pc:spChg>
        <pc:spChg chg="add del mod">
          <ac:chgData name="Huber Leon" userId="be83c947-4ae9-4fa9-80b3-c723d02a087b" providerId="ADAL" clId="{3372AF06-5843-43D2-954F-808DC0B168C3}" dt="2026-06-22T20:51:02.907" v="2462" actId="478"/>
          <ac:spMkLst>
            <pc:docMk/>
            <pc:sldMk cId="3796974777" sldId="262"/>
            <ac:spMk id="4" creationId="{B25B6028-A585-3C7C-E2D0-9C3E3B658646}"/>
          </ac:spMkLst>
        </pc:spChg>
        <pc:picChg chg="mod">
          <ac:chgData name="Huber Leon" userId="be83c947-4ae9-4fa9-80b3-c723d02a087b" providerId="ADAL" clId="{3372AF06-5843-43D2-954F-808DC0B168C3}" dt="2026-06-22T21:05:45.226" v="2545" actId="14826"/>
          <ac:picMkLst>
            <pc:docMk/>
            <pc:sldMk cId="3796974777" sldId="262"/>
            <ac:picMk id="9" creationId="{E94BDC3C-43A8-7E26-ECBC-A711ADEDCB45}"/>
          </ac:picMkLst>
        </pc:picChg>
      </pc:sldChg>
      <pc:sldChg chg="add del">
        <pc:chgData name="Huber Leon" userId="be83c947-4ae9-4fa9-80b3-c723d02a087b" providerId="ADAL" clId="{3372AF06-5843-43D2-954F-808DC0B168C3}" dt="2026-06-22T21:01:15.206" v="2507" actId="47"/>
        <pc:sldMkLst>
          <pc:docMk/>
          <pc:sldMk cId="597743426" sldId="263"/>
        </pc:sldMkLst>
      </pc:sldChg>
      <pc:sldChg chg="addSp delSp modSp add del mod modNotesTx">
        <pc:chgData name="Huber Leon" userId="be83c947-4ae9-4fa9-80b3-c723d02a087b" providerId="ADAL" clId="{3372AF06-5843-43D2-954F-808DC0B168C3}" dt="2026-06-22T21:15:33.743" v="3044" actId="14826"/>
        <pc:sldMkLst>
          <pc:docMk/>
          <pc:sldMk cId="4100904227" sldId="263"/>
        </pc:sldMkLst>
        <pc:spChg chg="mod">
          <ac:chgData name="Huber Leon" userId="be83c947-4ae9-4fa9-80b3-c723d02a087b" providerId="ADAL" clId="{3372AF06-5843-43D2-954F-808DC0B168C3}" dt="2026-06-22T21:02:05.987" v="2520" actId="20577"/>
          <ac:spMkLst>
            <pc:docMk/>
            <pc:sldMk cId="4100904227" sldId="263"/>
            <ac:spMk id="2" creationId="{4BC1A2EC-D92F-5390-E662-2B547AEC7D64}"/>
          </ac:spMkLst>
        </pc:spChg>
        <pc:spChg chg="add del mod">
          <ac:chgData name="Huber Leon" userId="be83c947-4ae9-4fa9-80b3-c723d02a087b" providerId="ADAL" clId="{3372AF06-5843-43D2-954F-808DC0B168C3}" dt="2026-06-22T21:02:27.793" v="2528" actId="22"/>
          <ac:spMkLst>
            <pc:docMk/>
            <pc:sldMk cId="4100904227" sldId="263"/>
            <ac:spMk id="4" creationId="{58B5BC0A-6861-47C7-A3EC-1DFA3FC01362}"/>
          </ac:spMkLst>
        </pc:spChg>
        <pc:picChg chg="add del">
          <ac:chgData name="Huber Leon" userId="be83c947-4ae9-4fa9-80b3-c723d02a087b" providerId="ADAL" clId="{3372AF06-5843-43D2-954F-808DC0B168C3}" dt="2026-06-22T21:02:26.750" v="2527" actId="22"/>
          <ac:picMkLst>
            <pc:docMk/>
            <pc:sldMk cId="4100904227" sldId="263"/>
            <ac:picMk id="6" creationId="{03FF3186-7A50-BFCC-D71E-CE7218D52221}"/>
          </ac:picMkLst>
        </pc:picChg>
        <pc:picChg chg="add mod ord">
          <ac:chgData name="Huber Leon" userId="be83c947-4ae9-4fa9-80b3-c723d02a087b" providerId="ADAL" clId="{3372AF06-5843-43D2-954F-808DC0B168C3}" dt="2026-06-22T21:15:33.743" v="3044" actId="14826"/>
          <ac:picMkLst>
            <pc:docMk/>
            <pc:sldMk cId="4100904227" sldId="263"/>
            <ac:picMk id="8" creationId="{AE7E5E09-6983-00F2-084E-B08B76516595}"/>
          </ac:picMkLst>
        </pc:picChg>
        <pc:picChg chg="del mod">
          <ac:chgData name="Huber Leon" userId="be83c947-4ae9-4fa9-80b3-c723d02a087b" providerId="ADAL" clId="{3372AF06-5843-43D2-954F-808DC0B168C3}" dt="2026-06-22T21:02:25.746" v="2525" actId="478"/>
          <ac:picMkLst>
            <pc:docMk/>
            <pc:sldMk cId="4100904227" sldId="263"/>
            <ac:picMk id="9" creationId="{035EB56E-6BA3-ECCF-489C-95FCB164422A}"/>
          </ac:picMkLst>
        </pc:picChg>
      </pc:sldChg>
      <pc:sldChg chg="addSp delSp modSp add del mod modNotesTx">
        <pc:chgData name="Huber Leon" userId="be83c947-4ae9-4fa9-80b3-c723d02a087b" providerId="ADAL" clId="{3372AF06-5843-43D2-954F-808DC0B168C3}" dt="2026-06-22T21:15:37.477" v="3045" actId="313"/>
        <pc:sldMkLst>
          <pc:docMk/>
          <pc:sldMk cId="3817152199" sldId="264"/>
        </pc:sldMkLst>
        <pc:spChg chg="add del mod">
          <ac:chgData name="Huber Leon" userId="be83c947-4ae9-4fa9-80b3-c723d02a087b" providerId="ADAL" clId="{3372AF06-5843-43D2-954F-808DC0B168C3}" dt="2026-06-22T21:02:33.224" v="2532" actId="478"/>
          <ac:spMkLst>
            <pc:docMk/>
            <pc:sldMk cId="3817152199" sldId="264"/>
            <ac:spMk id="3" creationId="{586E3D37-6384-D40C-7B96-806E3BC2A530}"/>
          </ac:spMkLst>
        </pc:spChg>
        <pc:spChg chg="add del">
          <ac:chgData name="Huber Leon" userId="be83c947-4ae9-4fa9-80b3-c723d02a087b" providerId="ADAL" clId="{3372AF06-5843-43D2-954F-808DC0B168C3}" dt="2026-06-22T21:13:05.074" v="2853" actId="22"/>
          <ac:spMkLst>
            <pc:docMk/>
            <pc:sldMk cId="3817152199" sldId="264"/>
            <ac:spMk id="10" creationId="{A4DFFFD1-F1C8-FF66-DFD4-984B1C46D82B}"/>
          </ac:spMkLst>
        </pc:spChg>
        <pc:picChg chg="add del">
          <ac:chgData name="Huber Leon" userId="be83c947-4ae9-4fa9-80b3-c723d02a087b" providerId="ADAL" clId="{3372AF06-5843-43D2-954F-808DC0B168C3}" dt="2026-06-22T21:02:31.897" v="2531" actId="22"/>
          <ac:picMkLst>
            <pc:docMk/>
            <pc:sldMk cId="3817152199" sldId="264"/>
            <ac:picMk id="5" creationId="{433F54C2-0D87-D50E-5EFD-46F93A3AA654}"/>
          </ac:picMkLst>
        </pc:picChg>
        <pc:picChg chg="add mod modCrop">
          <ac:chgData name="Huber Leon" userId="be83c947-4ae9-4fa9-80b3-c723d02a087b" providerId="ADAL" clId="{3372AF06-5843-43D2-954F-808DC0B168C3}" dt="2026-06-22T21:15:30.218" v="3042" actId="14826"/>
          <ac:picMkLst>
            <pc:docMk/>
            <pc:sldMk cId="3817152199" sldId="264"/>
            <ac:picMk id="7" creationId="{47D214C4-69CE-6347-BA91-48AC144AE585}"/>
          </ac:picMkLst>
        </pc:picChg>
        <pc:picChg chg="del mod">
          <ac:chgData name="Huber Leon" userId="be83c947-4ae9-4fa9-80b3-c723d02a087b" providerId="ADAL" clId="{3372AF06-5843-43D2-954F-808DC0B168C3}" dt="2026-06-22T21:02:30.505" v="2529" actId="478"/>
          <ac:picMkLst>
            <pc:docMk/>
            <pc:sldMk cId="3817152199" sldId="264"/>
            <ac:picMk id="9" creationId="{51EEE78F-054F-1A65-6479-8C349C7A7D95}"/>
          </ac:picMkLst>
        </pc:picChg>
      </pc:sldChg>
      <pc:sldChg chg="addSp delSp modSp add mod ord">
        <pc:chgData name="Huber Leon" userId="be83c947-4ae9-4fa9-80b3-c723d02a087b" providerId="ADAL" clId="{3372AF06-5843-43D2-954F-808DC0B168C3}" dt="2026-06-22T21:44:29.280" v="3307" actId="20577"/>
        <pc:sldMkLst>
          <pc:docMk/>
          <pc:sldMk cId="3361746550" sldId="265"/>
        </pc:sldMkLst>
        <pc:spChg chg="mod">
          <ac:chgData name="Huber Leon" userId="be83c947-4ae9-4fa9-80b3-c723d02a087b" providerId="ADAL" clId="{3372AF06-5843-43D2-954F-808DC0B168C3}" dt="2026-06-22T21:44:29.280" v="3307" actId="20577"/>
          <ac:spMkLst>
            <pc:docMk/>
            <pc:sldMk cId="3361746550" sldId="265"/>
            <ac:spMk id="2" creationId="{8348FDF1-1807-7014-9ED7-4098ED6BEA76}"/>
          </ac:spMkLst>
        </pc:spChg>
        <pc:spChg chg="add del mod">
          <ac:chgData name="Huber Leon" userId="be83c947-4ae9-4fa9-80b3-c723d02a087b" providerId="ADAL" clId="{3372AF06-5843-43D2-954F-808DC0B168C3}" dt="2026-06-22T21:44:07.970" v="3274" actId="22"/>
          <ac:spMkLst>
            <pc:docMk/>
            <pc:sldMk cId="3361746550" sldId="265"/>
            <ac:spMk id="4" creationId="{CD5BDCC3-F21E-3037-878E-675A7A3DFD62}"/>
          </ac:spMkLst>
        </pc:spChg>
        <pc:picChg chg="add del">
          <ac:chgData name="Huber Leon" userId="be83c947-4ae9-4fa9-80b3-c723d02a087b" providerId="ADAL" clId="{3372AF06-5843-43D2-954F-808DC0B168C3}" dt="2026-06-22T21:44:05.320" v="3273" actId="478"/>
          <ac:picMkLst>
            <pc:docMk/>
            <pc:sldMk cId="3361746550" sldId="265"/>
            <ac:picMk id="6" creationId="{023BEE00-5226-21D1-A498-C3F80F36A1D5}"/>
          </ac:picMkLst>
        </pc:picChg>
        <pc:picChg chg="add mod ord">
          <ac:chgData name="Huber Leon" userId="be83c947-4ae9-4fa9-80b3-c723d02a087b" providerId="ADAL" clId="{3372AF06-5843-43D2-954F-808DC0B168C3}" dt="2026-06-22T21:44:12.368" v="3276" actId="1076"/>
          <ac:picMkLst>
            <pc:docMk/>
            <pc:sldMk cId="3361746550" sldId="265"/>
            <ac:picMk id="8" creationId="{094F74D0-2FA9-08AE-3FB0-8830A54E38AE}"/>
          </ac:picMkLst>
        </pc:picChg>
        <pc:picChg chg="del">
          <ac:chgData name="Huber Leon" userId="be83c947-4ae9-4fa9-80b3-c723d02a087b" providerId="ADAL" clId="{3372AF06-5843-43D2-954F-808DC0B168C3}" dt="2026-06-22T21:44:03.397" v="3271" actId="478"/>
          <ac:picMkLst>
            <pc:docMk/>
            <pc:sldMk cId="3361746550" sldId="265"/>
            <ac:picMk id="9" creationId="{2A9487A3-DE13-D729-B0A7-365EF384297F}"/>
          </ac:picMkLst>
        </pc:picChg>
      </pc:sldChg>
      <pc:sldChg chg="addSp delSp modSp add mod setBg delAnim delDesignElem modNotesTx">
        <pc:chgData name="Huber Leon" userId="be83c947-4ae9-4fa9-80b3-c723d02a087b" providerId="ADAL" clId="{3372AF06-5843-43D2-954F-808DC0B168C3}" dt="2026-06-22T23:32:57.201" v="4008" actId="20577"/>
        <pc:sldMkLst>
          <pc:docMk/>
          <pc:sldMk cId="3040855508" sldId="266"/>
        </pc:sldMkLst>
        <pc:spChg chg="mod">
          <ac:chgData name="Huber Leon" userId="be83c947-4ae9-4fa9-80b3-c723d02a087b" providerId="ADAL" clId="{3372AF06-5843-43D2-954F-808DC0B168C3}" dt="2026-06-22T23:25:02.985" v="3322" actId="20577"/>
          <ac:spMkLst>
            <pc:docMk/>
            <pc:sldMk cId="3040855508" sldId="266"/>
            <ac:spMk id="2" creationId="{81207417-6771-CE44-5D66-29A927D4ECBD}"/>
          </ac:spMkLst>
        </pc:spChg>
        <pc:spChg chg="add del mod">
          <ac:chgData name="Huber Leon" userId="be83c947-4ae9-4fa9-80b3-c723d02a087b" providerId="ADAL" clId="{3372AF06-5843-43D2-954F-808DC0B168C3}" dt="2026-06-22T23:32:57.201" v="4008" actId="20577"/>
          <ac:spMkLst>
            <pc:docMk/>
            <pc:sldMk cId="3040855508" sldId="266"/>
            <ac:spMk id="4" creationId="{3FF8607D-81FB-3495-9CC3-CAA5B05571EB}"/>
          </ac:spMkLst>
        </pc:spChg>
        <pc:spChg chg="del">
          <ac:chgData name="Huber Leon" userId="be83c947-4ae9-4fa9-80b3-c723d02a087b" providerId="ADAL" clId="{3372AF06-5843-43D2-954F-808DC0B168C3}" dt="2026-06-22T23:24:58.435" v="3311"/>
          <ac:spMkLst>
            <pc:docMk/>
            <pc:sldMk cId="3040855508" sldId="266"/>
            <ac:spMk id="24" creationId="{A3513395-33D0-799B-05B5-9382A2A88352}"/>
          </ac:spMkLst>
        </pc:spChg>
        <pc:spChg chg="del">
          <ac:chgData name="Huber Leon" userId="be83c947-4ae9-4fa9-80b3-c723d02a087b" providerId="ADAL" clId="{3372AF06-5843-43D2-954F-808DC0B168C3}" dt="2026-06-22T23:24:58.435" v="3311"/>
          <ac:spMkLst>
            <pc:docMk/>
            <pc:sldMk cId="3040855508" sldId="266"/>
            <ac:spMk id="25" creationId="{36BF67FD-6D79-F8DE-3E85-F9CE0FBACB46}"/>
          </ac:spMkLst>
        </pc:spChg>
        <pc:graphicFrameChg chg="del">
          <ac:chgData name="Huber Leon" userId="be83c947-4ae9-4fa9-80b3-c723d02a087b" providerId="ADAL" clId="{3372AF06-5843-43D2-954F-808DC0B168C3}" dt="2026-06-22T23:25:04.406" v="3323" actId="478"/>
          <ac:graphicFrameMkLst>
            <pc:docMk/>
            <pc:sldMk cId="3040855508" sldId="266"/>
            <ac:graphicFrameMk id="26" creationId="{C204AD5D-DCDF-A8B6-D9B3-E6ABD057177C}"/>
          </ac:graphicFrameMkLst>
        </pc:graphicFrameChg>
        <pc:picChg chg="add del mod ord">
          <ac:chgData name="Huber Leon" userId="be83c947-4ae9-4fa9-80b3-c723d02a087b" providerId="ADAL" clId="{3372AF06-5843-43D2-954F-808DC0B168C3}" dt="2026-06-22T23:25:24.329" v="3325" actId="34307"/>
          <ac:picMkLst>
            <pc:docMk/>
            <pc:sldMk cId="3040855508" sldId="266"/>
            <ac:picMk id="5" creationId="{3B1CB7E3-5932-A43B-7758-3A3B3D64893F}"/>
          </ac:picMkLst>
        </pc:picChg>
        <pc:picChg chg="del">
          <ac:chgData name="Huber Leon" userId="be83c947-4ae9-4fa9-80b3-c723d02a087b" providerId="ADAL" clId="{3372AF06-5843-43D2-954F-808DC0B168C3}" dt="2026-06-22T23:25:00.488" v="3313" actId="478"/>
          <ac:picMkLst>
            <pc:docMk/>
            <pc:sldMk cId="3040855508" sldId="266"/>
            <ac:picMk id="36" creationId="{33FDAC05-A1EF-915A-8BE2-5BCFB99B4484}"/>
          </ac:picMkLst>
        </pc:picChg>
      </pc:sldChg>
      <pc:sldMasterChg chg="del delSldLayout">
        <pc:chgData name="Huber Leon" userId="be83c947-4ae9-4fa9-80b3-c723d02a087b" providerId="ADAL" clId="{3372AF06-5843-43D2-954F-808DC0B168C3}" dt="2026-06-22T19:51:32.231" v="13" actId="26606"/>
        <pc:sldMasterMkLst>
          <pc:docMk/>
          <pc:sldMasterMk cId="3009433539" sldId="2147483648"/>
        </pc:sldMasterMkLst>
        <pc:sldLayoutChg chg="del">
          <pc:chgData name="Huber Leon" userId="be83c947-4ae9-4fa9-80b3-c723d02a087b" providerId="ADAL" clId="{3372AF06-5843-43D2-954F-808DC0B168C3}" dt="2026-06-22T19:51:32.231" v="13" actId="26606"/>
          <pc:sldLayoutMkLst>
            <pc:docMk/>
            <pc:sldMasterMk cId="3009433539" sldId="2147483648"/>
            <pc:sldLayoutMk cId="1788327204" sldId="2147483649"/>
          </pc:sldLayoutMkLst>
        </pc:sldLayoutChg>
        <pc:sldLayoutChg chg="del">
          <pc:chgData name="Huber Leon" userId="be83c947-4ae9-4fa9-80b3-c723d02a087b" providerId="ADAL" clId="{3372AF06-5843-43D2-954F-808DC0B168C3}" dt="2026-06-22T19:51:32.231" v="13" actId="26606"/>
          <pc:sldLayoutMkLst>
            <pc:docMk/>
            <pc:sldMasterMk cId="3009433539" sldId="2147483648"/>
            <pc:sldLayoutMk cId="3220307242" sldId="2147483650"/>
          </pc:sldLayoutMkLst>
        </pc:sldLayoutChg>
        <pc:sldLayoutChg chg="del">
          <pc:chgData name="Huber Leon" userId="be83c947-4ae9-4fa9-80b3-c723d02a087b" providerId="ADAL" clId="{3372AF06-5843-43D2-954F-808DC0B168C3}" dt="2026-06-22T19:51:32.231" v="13" actId="26606"/>
          <pc:sldLayoutMkLst>
            <pc:docMk/>
            <pc:sldMasterMk cId="3009433539" sldId="2147483648"/>
            <pc:sldLayoutMk cId="2253468888" sldId="2147483651"/>
          </pc:sldLayoutMkLst>
        </pc:sldLayoutChg>
        <pc:sldLayoutChg chg="del">
          <pc:chgData name="Huber Leon" userId="be83c947-4ae9-4fa9-80b3-c723d02a087b" providerId="ADAL" clId="{3372AF06-5843-43D2-954F-808DC0B168C3}" dt="2026-06-22T19:51:32.231" v="13" actId="26606"/>
          <pc:sldLayoutMkLst>
            <pc:docMk/>
            <pc:sldMasterMk cId="3009433539" sldId="2147483648"/>
            <pc:sldLayoutMk cId="1631742110" sldId="2147483652"/>
          </pc:sldLayoutMkLst>
        </pc:sldLayoutChg>
        <pc:sldLayoutChg chg="del">
          <pc:chgData name="Huber Leon" userId="be83c947-4ae9-4fa9-80b3-c723d02a087b" providerId="ADAL" clId="{3372AF06-5843-43D2-954F-808DC0B168C3}" dt="2026-06-22T19:51:32.231" v="13" actId="26606"/>
          <pc:sldLayoutMkLst>
            <pc:docMk/>
            <pc:sldMasterMk cId="3009433539" sldId="2147483648"/>
            <pc:sldLayoutMk cId="3208323869" sldId="2147483653"/>
          </pc:sldLayoutMkLst>
        </pc:sldLayoutChg>
        <pc:sldLayoutChg chg="del">
          <pc:chgData name="Huber Leon" userId="be83c947-4ae9-4fa9-80b3-c723d02a087b" providerId="ADAL" clId="{3372AF06-5843-43D2-954F-808DC0B168C3}" dt="2026-06-22T19:51:32.231" v="13" actId="26606"/>
          <pc:sldLayoutMkLst>
            <pc:docMk/>
            <pc:sldMasterMk cId="3009433539" sldId="2147483648"/>
            <pc:sldLayoutMk cId="1363852958" sldId="2147483654"/>
          </pc:sldLayoutMkLst>
        </pc:sldLayoutChg>
        <pc:sldLayoutChg chg="del">
          <pc:chgData name="Huber Leon" userId="be83c947-4ae9-4fa9-80b3-c723d02a087b" providerId="ADAL" clId="{3372AF06-5843-43D2-954F-808DC0B168C3}" dt="2026-06-22T19:51:32.231" v="13" actId="26606"/>
          <pc:sldLayoutMkLst>
            <pc:docMk/>
            <pc:sldMasterMk cId="3009433539" sldId="2147483648"/>
            <pc:sldLayoutMk cId="613586279" sldId="2147483655"/>
          </pc:sldLayoutMkLst>
        </pc:sldLayoutChg>
        <pc:sldLayoutChg chg="del">
          <pc:chgData name="Huber Leon" userId="be83c947-4ae9-4fa9-80b3-c723d02a087b" providerId="ADAL" clId="{3372AF06-5843-43D2-954F-808DC0B168C3}" dt="2026-06-22T19:51:32.231" v="13" actId="26606"/>
          <pc:sldLayoutMkLst>
            <pc:docMk/>
            <pc:sldMasterMk cId="3009433539" sldId="2147483648"/>
            <pc:sldLayoutMk cId="556910764" sldId="2147483656"/>
          </pc:sldLayoutMkLst>
        </pc:sldLayoutChg>
        <pc:sldLayoutChg chg="del">
          <pc:chgData name="Huber Leon" userId="be83c947-4ae9-4fa9-80b3-c723d02a087b" providerId="ADAL" clId="{3372AF06-5843-43D2-954F-808DC0B168C3}" dt="2026-06-22T19:51:32.231" v="13" actId="26606"/>
          <pc:sldLayoutMkLst>
            <pc:docMk/>
            <pc:sldMasterMk cId="3009433539" sldId="2147483648"/>
            <pc:sldLayoutMk cId="1821809912" sldId="2147483657"/>
          </pc:sldLayoutMkLst>
        </pc:sldLayoutChg>
        <pc:sldLayoutChg chg="del">
          <pc:chgData name="Huber Leon" userId="be83c947-4ae9-4fa9-80b3-c723d02a087b" providerId="ADAL" clId="{3372AF06-5843-43D2-954F-808DC0B168C3}" dt="2026-06-22T19:51:32.231" v="13" actId="26606"/>
          <pc:sldLayoutMkLst>
            <pc:docMk/>
            <pc:sldMasterMk cId="3009433539" sldId="2147483648"/>
            <pc:sldLayoutMk cId="248903836" sldId="2147483658"/>
          </pc:sldLayoutMkLst>
        </pc:sldLayoutChg>
        <pc:sldLayoutChg chg="del">
          <pc:chgData name="Huber Leon" userId="be83c947-4ae9-4fa9-80b3-c723d02a087b" providerId="ADAL" clId="{3372AF06-5843-43D2-954F-808DC0B168C3}" dt="2026-06-22T19:51:32.231" v="13" actId="26606"/>
          <pc:sldLayoutMkLst>
            <pc:docMk/>
            <pc:sldMasterMk cId="3009433539" sldId="2147483648"/>
            <pc:sldLayoutMk cId="182748331" sldId="2147483659"/>
          </pc:sldLayoutMkLst>
        </pc:sldLayoutChg>
      </pc:sldMasterChg>
      <pc:sldMasterChg chg="add del addSldLayout delSldLayout">
        <pc:chgData name="Huber Leon" userId="be83c947-4ae9-4fa9-80b3-c723d02a087b" providerId="ADAL" clId="{3372AF06-5843-43D2-954F-808DC0B168C3}" dt="2026-06-22T19:56:41.114" v="128" actId="26606"/>
        <pc:sldMasterMkLst>
          <pc:docMk/>
          <pc:sldMasterMk cId="17418321" sldId="2147483673"/>
        </pc:sldMasterMkLst>
        <pc:sldLayoutChg chg="add del">
          <pc:chgData name="Huber Leon" userId="be83c947-4ae9-4fa9-80b3-c723d02a087b" providerId="ADAL" clId="{3372AF06-5843-43D2-954F-808DC0B168C3}" dt="2026-06-22T19:56:41.114" v="128" actId="26606"/>
          <pc:sldLayoutMkLst>
            <pc:docMk/>
            <pc:sldMasterMk cId="17418321" sldId="2147483673"/>
            <pc:sldLayoutMk cId="2142663309" sldId="2147483662"/>
          </pc:sldLayoutMkLst>
        </pc:sldLayoutChg>
        <pc:sldLayoutChg chg="add del">
          <pc:chgData name="Huber Leon" userId="be83c947-4ae9-4fa9-80b3-c723d02a087b" providerId="ADAL" clId="{3372AF06-5843-43D2-954F-808DC0B168C3}" dt="2026-06-22T19:56:41.114" v="128" actId="26606"/>
          <pc:sldLayoutMkLst>
            <pc:docMk/>
            <pc:sldMasterMk cId="17418321" sldId="2147483673"/>
            <pc:sldLayoutMk cId="691942947" sldId="2147483663"/>
          </pc:sldLayoutMkLst>
        </pc:sldLayoutChg>
        <pc:sldLayoutChg chg="add del">
          <pc:chgData name="Huber Leon" userId="be83c947-4ae9-4fa9-80b3-c723d02a087b" providerId="ADAL" clId="{3372AF06-5843-43D2-954F-808DC0B168C3}" dt="2026-06-22T19:56:41.114" v="128" actId="26606"/>
          <pc:sldLayoutMkLst>
            <pc:docMk/>
            <pc:sldMasterMk cId="17418321" sldId="2147483673"/>
            <pc:sldLayoutMk cId="1403000171" sldId="2147483664"/>
          </pc:sldLayoutMkLst>
        </pc:sldLayoutChg>
        <pc:sldLayoutChg chg="add del">
          <pc:chgData name="Huber Leon" userId="be83c947-4ae9-4fa9-80b3-c723d02a087b" providerId="ADAL" clId="{3372AF06-5843-43D2-954F-808DC0B168C3}" dt="2026-06-22T19:56:41.114" v="128" actId="26606"/>
          <pc:sldLayoutMkLst>
            <pc:docMk/>
            <pc:sldMasterMk cId="17418321" sldId="2147483673"/>
            <pc:sldLayoutMk cId="607148821" sldId="2147483665"/>
          </pc:sldLayoutMkLst>
        </pc:sldLayoutChg>
        <pc:sldLayoutChg chg="add del">
          <pc:chgData name="Huber Leon" userId="be83c947-4ae9-4fa9-80b3-c723d02a087b" providerId="ADAL" clId="{3372AF06-5843-43D2-954F-808DC0B168C3}" dt="2026-06-22T19:56:41.114" v="128" actId="26606"/>
          <pc:sldLayoutMkLst>
            <pc:docMk/>
            <pc:sldMasterMk cId="17418321" sldId="2147483673"/>
            <pc:sldLayoutMk cId="1774162827" sldId="2147483666"/>
          </pc:sldLayoutMkLst>
        </pc:sldLayoutChg>
        <pc:sldLayoutChg chg="add del">
          <pc:chgData name="Huber Leon" userId="be83c947-4ae9-4fa9-80b3-c723d02a087b" providerId="ADAL" clId="{3372AF06-5843-43D2-954F-808DC0B168C3}" dt="2026-06-22T19:56:41.114" v="128" actId="26606"/>
          <pc:sldLayoutMkLst>
            <pc:docMk/>
            <pc:sldMasterMk cId="17418321" sldId="2147483673"/>
            <pc:sldLayoutMk cId="672825882" sldId="2147483667"/>
          </pc:sldLayoutMkLst>
        </pc:sldLayoutChg>
        <pc:sldLayoutChg chg="add del">
          <pc:chgData name="Huber Leon" userId="be83c947-4ae9-4fa9-80b3-c723d02a087b" providerId="ADAL" clId="{3372AF06-5843-43D2-954F-808DC0B168C3}" dt="2026-06-22T19:56:41.114" v="128" actId="26606"/>
          <pc:sldLayoutMkLst>
            <pc:docMk/>
            <pc:sldMasterMk cId="17418321" sldId="2147483673"/>
            <pc:sldLayoutMk cId="371501476" sldId="2147483668"/>
          </pc:sldLayoutMkLst>
        </pc:sldLayoutChg>
        <pc:sldLayoutChg chg="add del">
          <pc:chgData name="Huber Leon" userId="be83c947-4ae9-4fa9-80b3-c723d02a087b" providerId="ADAL" clId="{3372AF06-5843-43D2-954F-808DC0B168C3}" dt="2026-06-22T19:56:41.114" v="128" actId="26606"/>
          <pc:sldLayoutMkLst>
            <pc:docMk/>
            <pc:sldMasterMk cId="17418321" sldId="2147483673"/>
            <pc:sldLayoutMk cId="3654573286" sldId="2147483669"/>
          </pc:sldLayoutMkLst>
        </pc:sldLayoutChg>
        <pc:sldLayoutChg chg="add del">
          <pc:chgData name="Huber Leon" userId="be83c947-4ae9-4fa9-80b3-c723d02a087b" providerId="ADAL" clId="{3372AF06-5843-43D2-954F-808DC0B168C3}" dt="2026-06-22T19:56:41.114" v="128" actId="26606"/>
          <pc:sldLayoutMkLst>
            <pc:docMk/>
            <pc:sldMasterMk cId="17418321" sldId="2147483673"/>
            <pc:sldLayoutMk cId="3684059436" sldId="2147483670"/>
          </pc:sldLayoutMkLst>
        </pc:sldLayoutChg>
        <pc:sldLayoutChg chg="add del">
          <pc:chgData name="Huber Leon" userId="be83c947-4ae9-4fa9-80b3-c723d02a087b" providerId="ADAL" clId="{3372AF06-5843-43D2-954F-808DC0B168C3}" dt="2026-06-22T19:56:41.114" v="128" actId="26606"/>
          <pc:sldLayoutMkLst>
            <pc:docMk/>
            <pc:sldMasterMk cId="17418321" sldId="2147483673"/>
            <pc:sldLayoutMk cId="1865329298" sldId="2147483671"/>
          </pc:sldLayoutMkLst>
        </pc:sldLayoutChg>
        <pc:sldLayoutChg chg="add del">
          <pc:chgData name="Huber Leon" userId="be83c947-4ae9-4fa9-80b3-c723d02a087b" providerId="ADAL" clId="{3372AF06-5843-43D2-954F-808DC0B168C3}" dt="2026-06-22T19:56:41.114" v="128" actId="26606"/>
          <pc:sldLayoutMkLst>
            <pc:docMk/>
            <pc:sldMasterMk cId="17418321" sldId="2147483673"/>
            <pc:sldLayoutMk cId="3596067220" sldId="2147483672"/>
          </pc:sldLayoutMkLst>
        </pc:sldLayoutChg>
      </pc:sldMasterChg>
      <pc:sldMasterChg chg="add del addSldLayout delSldLayout">
        <pc:chgData name="Huber Leon" userId="be83c947-4ae9-4fa9-80b3-c723d02a087b" providerId="ADAL" clId="{3372AF06-5843-43D2-954F-808DC0B168C3}" dt="2026-06-22T19:55:49.816" v="110" actId="26606"/>
        <pc:sldMasterMkLst>
          <pc:docMk/>
          <pc:sldMasterMk cId="3577602162" sldId="2147483674"/>
        </pc:sldMasterMkLst>
        <pc:sldLayoutChg chg="add del">
          <pc:chgData name="Huber Leon" userId="be83c947-4ae9-4fa9-80b3-c723d02a087b" providerId="ADAL" clId="{3372AF06-5843-43D2-954F-808DC0B168C3}" dt="2026-06-22T19:55:49.816" v="110" actId="26606"/>
          <pc:sldLayoutMkLst>
            <pc:docMk/>
            <pc:sldMasterMk cId="3577602162" sldId="2147483674"/>
            <pc:sldLayoutMk cId="3873575702" sldId="2147483675"/>
          </pc:sldLayoutMkLst>
        </pc:sldLayoutChg>
        <pc:sldLayoutChg chg="add del">
          <pc:chgData name="Huber Leon" userId="be83c947-4ae9-4fa9-80b3-c723d02a087b" providerId="ADAL" clId="{3372AF06-5843-43D2-954F-808DC0B168C3}" dt="2026-06-22T19:55:49.816" v="110" actId="26606"/>
          <pc:sldLayoutMkLst>
            <pc:docMk/>
            <pc:sldMasterMk cId="3577602162" sldId="2147483674"/>
            <pc:sldLayoutMk cId="2142782149" sldId="2147483676"/>
          </pc:sldLayoutMkLst>
        </pc:sldLayoutChg>
        <pc:sldLayoutChg chg="add del">
          <pc:chgData name="Huber Leon" userId="be83c947-4ae9-4fa9-80b3-c723d02a087b" providerId="ADAL" clId="{3372AF06-5843-43D2-954F-808DC0B168C3}" dt="2026-06-22T19:55:49.816" v="110" actId="26606"/>
          <pc:sldLayoutMkLst>
            <pc:docMk/>
            <pc:sldMasterMk cId="3577602162" sldId="2147483674"/>
            <pc:sldLayoutMk cId="4256862906" sldId="2147483677"/>
          </pc:sldLayoutMkLst>
        </pc:sldLayoutChg>
        <pc:sldLayoutChg chg="add del">
          <pc:chgData name="Huber Leon" userId="be83c947-4ae9-4fa9-80b3-c723d02a087b" providerId="ADAL" clId="{3372AF06-5843-43D2-954F-808DC0B168C3}" dt="2026-06-22T19:55:49.816" v="110" actId="26606"/>
          <pc:sldLayoutMkLst>
            <pc:docMk/>
            <pc:sldMasterMk cId="3577602162" sldId="2147483674"/>
            <pc:sldLayoutMk cId="704427993" sldId="2147483678"/>
          </pc:sldLayoutMkLst>
        </pc:sldLayoutChg>
        <pc:sldLayoutChg chg="add del">
          <pc:chgData name="Huber Leon" userId="be83c947-4ae9-4fa9-80b3-c723d02a087b" providerId="ADAL" clId="{3372AF06-5843-43D2-954F-808DC0B168C3}" dt="2026-06-22T19:55:49.816" v="110" actId="26606"/>
          <pc:sldLayoutMkLst>
            <pc:docMk/>
            <pc:sldMasterMk cId="3577602162" sldId="2147483674"/>
            <pc:sldLayoutMk cId="2699977470" sldId="2147483679"/>
          </pc:sldLayoutMkLst>
        </pc:sldLayoutChg>
        <pc:sldLayoutChg chg="add del">
          <pc:chgData name="Huber Leon" userId="be83c947-4ae9-4fa9-80b3-c723d02a087b" providerId="ADAL" clId="{3372AF06-5843-43D2-954F-808DC0B168C3}" dt="2026-06-22T19:55:49.816" v="110" actId="26606"/>
          <pc:sldLayoutMkLst>
            <pc:docMk/>
            <pc:sldMasterMk cId="3577602162" sldId="2147483674"/>
            <pc:sldLayoutMk cId="2678450556" sldId="2147483680"/>
          </pc:sldLayoutMkLst>
        </pc:sldLayoutChg>
        <pc:sldLayoutChg chg="add del">
          <pc:chgData name="Huber Leon" userId="be83c947-4ae9-4fa9-80b3-c723d02a087b" providerId="ADAL" clId="{3372AF06-5843-43D2-954F-808DC0B168C3}" dt="2026-06-22T19:55:49.816" v="110" actId="26606"/>
          <pc:sldLayoutMkLst>
            <pc:docMk/>
            <pc:sldMasterMk cId="3577602162" sldId="2147483674"/>
            <pc:sldLayoutMk cId="598474573" sldId="2147483681"/>
          </pc:sldLayoutMkLst>
        </pc:sldLayoutChg>
        <pc:sldLayoutChg chg="add del">
          <pc:chgData name="Huber Leon" userId="be83c947-4ae9-4fa9-80b3-c723d02a087b" providerId="ADAL" clId="{3372AF06-5843-43D2-954F-808DC0B168C3}" dt="2026-06-22T19:55:49.816" v="110" actId="26606"/>
          <pc:sldLayoutMkLst>
            <pc:docMk/>
            <pc:sldMasterMk cId="3577602162" sldId="2147483674"/>
            <pc:sldLayoutMk cId="536735803" sldId="2147483682"/>
          </pc:sldLayoutMkLst>
        </pc:sldLayoutChg>
        <pc:sldLayoutChg chg="add del">
          <pc:chgData name="Huber Leon" userId="be83c947-4ae9-4fa9-80b3-c723d02a087b" providerId="ADAL" clId="{3372AF06-5843-43D2-954F-808DC0B168C3}" dt="2026-06-22T19:55:49.816" v="110" actId="26606"/>
          <pc:sldLayoutMkLst>
            <pc:docMk/>
            <pc:sldMasterMk cId="3577602162" sldId="2147483674"/>
            <pc:sldLayoutMk cId="4025861621" sldId="2147483683"/>
          </pc:sldLayoutMkLst>
        </pc:sldLayoutChg>
        <pc:sldLayoutChg chg="add del">
          <pc:chgData name="Huber Leon" userId="be83c947-4ae9-4fa9-80b3-c723d02a087b" providerId="ADAL" clId="{3372AF06-5843-43D2-954F-808DC0B168C3}" dt="2026-06-22T19:55:49.816" v="110" actId="26606"/>
          <pc:sldLayoutMkLst>
            <pc:docMk/>
            <pc:sldMasterMk cId="3577602162" sldId="2147483674"/>
            <pc:sldLayoutMk cId="3782412234" sldId="2147483684"/>
          </pc:sldLayoutMkLst>
        </pc:sldLayoutChg>
        <pc:sldLayoutChg chg="add del">
          <pc:chgData name="Huber Leon" userId="be83c947-4ae9-4fa9-80b3-c723d02a087b" providerId="ADAL" clId="{3372AF06-5843-43D2-954F-808DC0B168C3}" dt="2026-06-22T19:55:49.816" v="110" actId="26606"/>
          <pc:sldLayoutMkLst>
            <pc:docMk/>
            <pc:sldMasterMk cId="3577602162" sldId="2147483674"/>
            <pc:sldLayoutMk cId="1987649530" sldId="2147483685"/>
          </pc:sldLayoutMkLst>
        </pc:sldLayoutChg>
      </pc:sldMasterChg>
      <pc:sldMasterChg chg="add addSldLayout">
        <pc:chgData name="Huber Leon" userId="be83c947-4ae9-4fa9-80b3-c723d02a087b" providerId="ADAL" clId="{3372AF06-5843-43D2-954F-808DC0B168C3}" dt="2026-06-22T19:56:41.114" v="128" actId="26606"/>
        <pc:sldMasterMkLst>
          <pc:docMk/>
          <pc:sldMasterMk cId="797206241" sldId="2147483724"/>
        </pc:sldMasterMkLst>
        <pc:sldLayoutChg chg="add">
          <pc:chgData name="Huber Leon" userId="be83c947-4ae9-4fa9-80b3-c723d02a087b" providerId="ADAL" clId="{3372AF06-5843-43D2-954F-808DC0B168C3}" dt="2026-06-22T19:56:41.114" v="128" actId="26606"/>
          <pc:sldLayoutMkLst>
            <pc:docMk/>
            <pc:sldMasterMk cId="797206241" sldId="2147483724"/>
            <pc:sldLayoutMk cId="3659290685" sldId="2147483713"/>
          </pc:sldLayoutMkLst>
        </pc:sldLayoutChg>
        <pc:sldLayoutChg chg="add">
          <pc:chgData name="Huber Leon" userId="be83c947-4ae9-4fa9-80b3-c723d02a087b" providerId="ADAL" clId="{3372AF06-5843-43D2-954F-808DC0B168C3}" dt="2026-06-22T19:56:41.114" v="128" actId="26606"/>
          <pc:sldLayoutMkLst>
            <pc:docMk/>
            <pc:sldMasterMk cId="797206241" sldId="2147483724"/>
            <pc:sldLayoutMk cId="3868194814" sldId="2147483714"/>
          </pc:sldLayoutMkLst>
        </pc:sldLayoutChg>
        <pc:sldLayoutChg chg="add">
          <pc:chgData name="Huber Leon" userId="be83c947-4ae9-4fa9-80b3-c723d02a087b" providerId="ADAL" clId="{3372AF06-5843-43D2-954F-808DC0B168C3}" dt="2026-06-22T19:56:41.114" v="128" actId="26606"/>
          <pc:sldLayoutMkLst>
            <pc:docMk/>
            <pc:sldMasterMk cId="797206241" sldId="2147483724"/>
            <pc:sldLayoutMk cId="2348630631" sldId="2147483715"/>
          </pc:sldLayoutMkLst>
        </pc:sldLayoutChg>
        <pc:sldLayoutChg chg="add">
          <pc:chgData name="Huber Leon" userId="be83c947-4ae9-4fa9-80b3-c723d02a087b" providerId="ADAL" clId="{3372AF06-5843-43D2-954F-808DC0B168C3}" dt="2026-06-22T19:56:41.114" v="128" actId="26606"/>
          <pc:sldLayoutMkLst>
            <pc:docMk/>
            <pc:sldMasterMk cId="797206241" sldId="2147483724"/>
            <pc:sldLayoutMk cId="1200206536" sldId="2147483716"/>
          </pc:sldLayoutMkLst>
        </pc:sldLayoutChg>
        <pc:sldLayoutChg chg="add">
          <pc:chgData name="Huber Leon" userId="be83c947-4ae9-4fa9-80b3-c723d02a087b" providerId="ADAL" clId="{3372AF06-5843-43D2-954F-808DC0B168C3}" dt="2026-06-22T19:56:41.114" v="128" actId="26606"/>
          <pc:sldLayoutMkLst>
            <pc:docMk/>
            <pc:sldMasterMk cId="797206241" sldId="2147483724"/>
            <pc:sldLayoutMk cId="879751851" sldId="2147483717"/>
          </pc:sldLayoutMkLst>
        </pc:sldLayoutChg>
        <pc:sldLayoutChg chg="add">
          <pc:chgData name="Huber Leon" userId="be83c947-4ae9-4fa9-80b3-c723d02a087b" providerId="ADAL" clId="{3372AF06-5843-43D2-954F-808DC0B168C3}" dt="2026-06-22T19:56:41.114" v="128" actId="26606"/>
          <pc:sldLayoutMkLst>
            <pc:docMk/>
            <pc:sldMasterMk cId="797206241" sldId="2147483724"/>
            <pc:sldLayoutMk cId="2967548917" sldId="2147483718"/>
          </pc:sldLayoutMkLst>
        </pc:sldLayoutChg>
        <pc:sldLayoutChg chg="add">
          <pc:chgData name="Huber Leon" userId="be83c947-4ae9-4fa9-80b3-c723d02a087b" providerId="ADAL" clId="{3372AF06-5843-43D2-954F-808DC0B168C3}" dt="2026-06-22T19:56:41.114" v="128" actId="26606"/>
          <pc:sldLayoutMkLst>
            <pc:docMk/>
            <pc:sldMasterMk cId="797206241" sldId="2147483724"/>
            <pc:sldLayoutMk cId="2162590025" sldId="2147483719"/>
          </pc:sldLayoutMkLst>
        </pc:sldLayoutChg>
        <pc:sldLayoutChg chg="add">
          <pc:chgData name="Huber Leon" userId="be83c947-4ae9-4fa9-80b3-c723d02a087b" providerId="ADAL" clId="{3372AF06-5843-43D2-954F-808DC0B168C3}" dt="2026-06-22T19:56:41.114" v="128" actId="26606"/>
          <pc:sldLayoutMkLst>
            <pc:docMk/>
            <pc:sldMasterMk cId="797206241" sldId="2147483724"/>
            <pc:sldLayoutMk cId="2039692437" sldId="2147483720"/>
          </pc:sldLayoutMkLst>
        </pc:sldLayoutChg>
        <pc:sldLayoutChg chg="add">
          <pc:chgData name="Huber Leon" userId="be83c947-4ae9-4fa9-80b3-c723d02a087b" providerId="ADAL" clId="{3372AF06-5843-43D2-954F-808DC0B168C3}" dt="2026-06-22T19:56:41.114" v="128" actId="26606"/>
          <pc:sldLayoutMkLst>
            <pc:docMk/>
            <pc:sldMasterMk cId="797206241" sldId="2147483724"/>
            <pc:sldLayoutMk cId="2559877944" sldId="2147483721"/>
          </pc:sldLayoutMkLst>
        </pc:sldLayoutChg>
        <pc:sldLayoutChg chg="add">
          <pc:chgData name="Huber Leon" userId="be83c947-4ae9-4fa9-80b3-c723d02a087b" providerId="ADAL" clId="{3372AF06-5843-43D2-954F-808DC0B168C3}" dt="2026-06-22T19:56:41.114" v="128" actId="26606"/>
          <pc:sldLayoutMkLst>
            <pc:docMk/>
            <pc:sldMasterMk cId="797206241" sldId="2147483724"/>
            <pc:sldLayoutMk cId="2917179390" sldId="2147483722"/>
          </pc:sldLayoutMkLst>
        </pc:sldLayoutChg>
        <pc:sldLayoutChg chg="add">
          <pc:chgData name="Huber Leon" userId="be83c947-4ae9-4fa9-80b3-c723d02a087b" providerId="ADAL" clId="{3372AF06-5843-43D2-954F-808DC0B168C3}" dt="2026-06-22T19:56:41.114" v="128" actId="26606"/>
          <pc:sldLayoutMkLst>
            <pc:docMk/>
            <pc:sldMasterMk cId="797206241" sldId="2147483724"/>
            <pc:sldLayoutMk cId="3501890886" sldId="2147483723"/>
          </pc:sldLayoutMkLst>
        </pc:sldLayoutChg>
      </pc:sldMasterChg>
      <pc:sldMasterChg chg="add del addSldLayout delSldLayout">
        <pc:chgData name="Huber Leon" userId="be83c947-4ae9-4fa9-80b3-c723d02a087b" providerId="ADAL" clId="{3372AF06-5843-43D2-954F-808DC0B168C3}" dt="2026-06-22T19:55:01.182" v="100" actId="26606"/>
        <pc:sldMasterMkLst>
          <pc:docMk/>
          <pc:sldMasterMk cId="3322472612" sldId="2147483752"/>
        </pc:sldMasterMkLst>
        <pc:sldLayoutChg chg="add del">
          <pc:chgData name="Huber Leon" userId="be83c947-4ae9-4fa9-80b3-c723d02a087b" providerId="ADAL" clId="{3372AF06-5843-43D2-954F-808DC0B168C3}" dt="2026-06-22T19:55:01.182" v="100" actId="26606"/>
          <pc:sldLayoutMkLst>
            <pc:docMk/>
            <pc:sldMasterMk cId="3322472612" sldId="2147483752"/>
            <pc:sldLayoutMk cId="2217132948" sldId="2147483741"/>
          </pc:sldLayoutMkLst>
        </pc:sldLayoutChg>
        <pc:sldLayoutChg chg="add del">
          <pc:chgData name="Huber Leon" userId="be83c947-4ae9-4fa9-80b3-c723d02a087b" providerId="ADAL" clId="{3372AF06-5843-43D2-954F-808DC0B168C3}" dt="2026-06-22T19:55:01.182" v="100" actId="26606"/>
          <pc:sldLayoutMkLst>
            <pc:docMk/>
            <pc:sldMasterMk cId="3322472612" sldId="2147483752"/>
            <pc:sldLayoutMk cId="3559339544" sldId="2147483742"/>
          </pc:sldLayoutMkLst>
        </pc:sldLayoutChg>
        <pc:sldLayoutChg chg="add del">
          <pc:chgData name="Huber Leon" userId="be83c947-4ae9-4fa9-80b3-c723d02a087b" providerId="ADAL" clId="{3372AF06-5843-43D2-954F-808DC0B168C3}" dt="2026-06-22T19:55:01.182" v="100" actId="26606"/>
          <pc:sldLayoutMkLst>
            <pc:docMk/>
            <pc:sldMasterMk cId="3322472612" sldId="2147483752"/>
            <pc:sldLayoutMk cId="152316521" sldId="2147483743"/>
          </pc:sldLayoutMkLst>
        </pc:sldLayoutChg>
        <pc:sldLayoutChg chg="add del">
          <pc:chgData name="Huber Leon" userId="be83c947-4ae9-4fa9-80b3-c723d02a087b" providerId="ADAL" clId="{3372AF06-5843-43D2-954F-808DC0B168C3}" dt="2026-06-22T19:55:01.182" v="100" actId="26606"/>
          <pc:sldLayoutMkLst>
            <pc:docMk/>
            <pc:sldMasterMk cId="3322472612" sldId="2147483752"/>
            <pc:sldLayoutMk cId="3804621606" sldId="2147483744"/>
          </pc:sldLayoutMkLst>
        </pc:sldLayoutChg>
        <pc:sldLayoutChg chg="add del">
          <pc:chgData name="Huber Leon" userId="be83c947-4ae9-4fa9-80b3-c723d02a087b" providerId="ADAL" clId="{3372AF06-5843-43D2-954F-808DC0B168C3}" dt="2026-06-22T19:55:01.182" v="100" actId="26606"/>
          <pc:sldLayoutMkLst>
            <pc:docMk/>
            <pc:sldMasterMk cId="3322472612" sldId="2147483752"/>
            <pc:sldLayoutMk cId="1633193738" sldId="2147483745"/>
          </pc:sldLayoutMkLst>
        </pc:sldLayoutChg>
        <pc:sldLayoutChg chg="add del">
          <pc:chgData name="Huber Leon" userId="be83c947-4ae9-4fa9-80b3-c723d02a087b" providerId="ADAL" clId="{3372AF06-5843-43D2-954F-808DC0B168C3}" dt="2026-06-22T19:55:01.182" v="100" actId="26606"/>
          <pc:sldLayoutMkLst>
            <pc:docMk/>
            <pc:sldMasterMk cId="3322472612" sldId="2147483752"/>
            <pc:sldLayoutMk cId="3747862870" sldId="2147483746"/>
          </pc:sldLayoutMkLst>
        </pc:sldLayoutChg>
        <pc:sldLayoutChg chg="add del">
          <pc:chgData name="Huber Leon" userId="be83c947-4ae9-4fa9-80b3-c723d02a087b" providerId="ADAL" clId="{3372AF06-5843-43D2-954F-808DC0B168C3}" dt="2026-06-22T19:55:01.182" v="100" actId="26606"/>
          <pc:sldLayoutMkLst>
            <pc:docMk/>
            <pc:sldMasterMk cId="3322472612" sldId="2147483752"/>
            <pc:sldLayoutMk cId="736096462" sldId="2147483747"/>
          </pc:sldLayoutMkLst>
        </pc:sldLayoutChg>
        <pc:sldLayoutChg chg="add del">
          <pc:chgData name="Huber Leon" userId="be83c947-4ae9-4fa9-80b3-c723d02a087b" providerId="ADAL" clId="{3372AF06-5843-43D2-954F-808DC0B168C3}" dt="2026-06-22T19:55:01.182" v="100" actId="26606"/>
          <pc:sldLayoutMkLst>
            <pc:docMk/>
            <pc:sldMasterMk cId="3322472612" sldId="2147483752"/>
            <pc:sldLayoutMk cId="3649835511" sldId="2147483748"/>
          </pc:sldLayoutMkLst>
        </pc:sldLayoutChg>
        <pc:sldLayoutChg chg="add del">
          <pc:chgData name="Huber Leon" userId="be83c947-4ae9-4fa9-80b3-c723d02a087b" providerId="ADAL" clId="{3372AF06-5843-43D2-954F-808DC0B168C3}" dt="2026-06-22T19:55:01.182" v="100" actId="26606"/>
          <pc:sldLayoutMkLst>
            <pc:docMk/>
            <pc:sldMasterMk cId="3322472612" sldId="2147483752"/>
            <pc:sldLayoutMk cId="1625569419" sldId="2147483749"/>
          </pc:sldLayoutMkLst>
        </pc:sldLayoutChg>
        <pc:sldLayoutChg chg="add del">
          <pc:chgData name="Huber Leon" userId="be83c947-4ae9-4fa9-80b3-c723d02a087b" providerId="ADAL" clId="{3372AF06-5843-43D2-954F-808DC0B168C3}" dt="2026-06-22T19:55:01.182" v="100" actId="26606"/>
          <pc:sldLayoutMkLst>
            <pc:docMk/>
            <pc:sldMasterMk cId="3322472612" sldId="2147483752"/>
            <pc:sldLayoutMk cId="1064419264" sldId="2147483750"/>
          </pc:sldLayoutMkLst>
        </pc:sldLayoutChg>
        <pc:sldLayoutChg chg="add del">
          <pc:chgData name="Huber Leon" userId="be83c947-4ae9-4fa9-80b3-c723d02a087b" providerId="ADAL" clId="{3372AF06-5843-43D2-954F-808DC0B168C3}" dt="2026-06-22T19:55:01.182" v="100" actId="26606"/>
          <pc:sldLayoutMkLst>
            <pc:docMk/>
            <pc:sldMasterMk cId="3322472612" sldId="2147483752"/>
            <pc:sldLayoutMk cId="2259463606" sldId="2147483751"/>
          </pc:sldLayoutMkLst>
        </pc:sldLayoutChg>
      </pc:sldMasterChg>
      <pc:sldMasterChg chg="add del addSldLayout delSldLayout">
        <pc:chgData name="Huber Leon" userId="be83c947-4ae9-4fa9-80b3-c723d02a087b" providerId="ADAL" clId="{3372AF06-5843-43D2-954F-808DC0B168C3}" dt="2026-06-22T19:53:18.818" v="76" actId="26606"/>
        <pc:sldMasterMkLst>
          <pc:docMk/>
          <pc:sldMasterMk cId="1070090350" sldId="2147483765"/>
        </pc:sldMasterMkLst>
        <pc:sldLayoutChg chg="add del">
          <pc:chgData name="Huber Leon" userId="be83c947-4ae9-4fa9-80b3-c723d02a087b" providerId="ADAL" clId="{3372AF06-5843-43D2-954F-808DC0B168C3}" dt="2026-06-22T19:53:18.818" v="76" actId="26606"/>
          <pc:sldLayoutMkLst>
            <pc:docMk/>
            <pc:sldMasterMk cId="1070090350" sldId="2147483765"/>
            <pc:sldLayoutMk cId="1679184684" sldId="2147483754"/>
          </pc:sldLayoutMkLst>
        </pc:sldLayoutChg>
        <pc:sldLayoutChg chg="add del">
          <pc:chgData name="Huber Leon" userId="be83c947-4ae9-4fa9-80b3-c723d02a087b" providerId="ADAL" clId="{3372AF06-5843-43D2-954F-808DC0B168C3}" dt="2026-06-22T19:53:18.818" v="76" actId="26606"/>
          <pc:sldLayoutMkLst>
            <pc:docMk/>
            <pc:sldMasterMk cId="1070090350" sldId="2147483765"/>
            <pc:sldLayoutMk cId="4041003840" sldId="2147483755"/>
          </pc:sldLayoutMkLst>
        </pc:sldLayoutChg>
        <pc:sldLayoutChg chg="add del">
          <pc:chgData name="Huber Leon" userId="be83c947-4ae9-4fa9-80b3-c723d02a087b" providerId="ADAL" clId="{3372AF06-5843-43D2-954F-808DC0B168C3}" dt="2026-06-22T19:53:18.818" v="76" actId="26606"/>
          <pc:sldLayoutMkLst>
            <pc:docMk/>
            <pc:sldMasterMk cId="1070090350" sldId="2147483765"/>
            <pc:sldLayoutMk cId="1143472149" sldId="2147483756"/>
          </pc:sldLayoutMkLst>
        </pc:sldLayoutChg>
        <pc:sldLayoutChg chg="add del">
          <pc:chgData name="Huber Leon" userId="be83c947-4ae9-4fa9-80b3-c723d02a087b" providerId="ADAL" clId="{3372AF06-5843-43D2-954F-808DC0B168C3}" dt="2026-06-22T19:53:18.818" v="76" actId="26606"/>
          <pc:sldLayoutMkLst>
            <pc:docMk/>
            <pc:sldMasterMk cId="1070090350" sldId="2147483765"/>
            <pc:sldLayoutMk cId="4067414874" sldId="2147483757"/>
          </pc:sldLayoutMkLst>
        </pc:sldLayoutChg>
        <pc:sldLayoutChg chg="add del">
          <pc:chgData name="Huber Leon" userId="be83c947-4ae9-4fa9-80b3-c723d02a087b" providerId="ADAL" clId="{3372AF06-5843-43D2-954F-808DC0B168C3}" dt="2026-06-22T19:53:18.818" v="76" actId="26606"/>
          <pc:sldLayoutMkLst>
            <pc:docMk/>
            <pc:sldMasterMk cId="1070090350" sldId="2147483765"/>
            <pc:sldLayoutMk cId="3522909737" sldId="2147483758"/>
          </pc:sldLayoutMkLst>
        </pc:sldLayoutChg>
        <pc:sldLayoutChg chg="add del">
          <pc:chgData name="Huber Leon" userId="be83c947-4ae9-4fa9-80b3-c723d02a087b" providerId="ADAL" clId="{3372AF06-5843-43D2-954F-808DC0B168C3}" dt="2026-06-22T19:53:18.818" v="76" actId="26606"/>
          <pc:sldLayoutMkLst>
            <pc:docMk/>
            <pc:sldMasterMk cId="1070090350" sldId="2147483765"/>
            <pc:sldLayoutMk cId="801781985" sldId="2147483759"/>
          </pc:sldLayoutMkLst>
        </pc:sldLayoutChg>
        <pc:sldLayoutChg chg="add del">
          <pc:chgData name="Huber Leon" userId="be83c947-4ae9-4fa9-80b3-c723d02a087b" providerId="ADAL" clId="{3372AF06-5843-43D2-954F-808DC0B168C3}" dt="2026-06-22T19:53:18.818" v="76" actId="26606"/>
          <pc:sldLayoutMkLst>
            <pc:docMk/>
            <pc:sldMasterMk cId="1070090350" sldId="2147483765"/>
            <pc:sldLayoutMk cId="3572066811" sldId="2147483760"/>
          </pc:sldLayoutMkLst>
        </pc:sldLayoutChg>
        <pc:sldLayoutChg chg="add del">
          <pc:chgData name="Huber Leon" userId="be83c947-4ae9-4fa9-80b3-c723d02a087b" providerId="ADAL" clId="{3372AF06-5843-43D2-954F-808DC0B168C3}" dt="2026-06-22T19:53:18.818" v="76" actId="26606"/>
          <pc:sldLayoutMkLst>
            <pc:docMk/>
            <pc:sldMasterMk cId="1070090350" sldId="2147483765"/>
            <pc:sldLayoutMk cId="617754866" sldId="2147483761"/>
          </pc:sldLayoutMkLst>
        </pc:sldLayoutChg>
        <pc:sldLayoutChg chg="add del">
          <pc:chgData name="Huber Leon" userId="be83c947-4ae9-4fa9-80b3-c723d02a087b" providerId="ADAL" clId="{3372AF06-5843-43D2-954F-808DC0B168C3}" dt="2026-06-22T19:53:18.818" v="76" actId="26606"/>
          <pc:sldLayoutMkLst>
            <pc:docMk/>
            <pc:sldMasterMk cId="1070090350" sldId="2147483765"/>
            <pc:sldLayoutMk cId="9412097" sldId="2147483762"/>
          </pc:sldLayoutMkLst>
        </pc:sldLayoutChg>
        <pc:sldLayoutChg chg="add del">
          <pc:chgData name="Huber Leon" userId="be83c947-4ae9-4fa9-80b3-c723d02a087b" providerId="ADAL" clId="{3372AF06-5843-43D2-954F-808DC0B168C3}" dt="2026-06-22T19:53:18.818" v="76" actId="26606"/>
          <pc:sldLayoutMkLst>
            <pc:docMk/>
            <pc:sldMasterMk cId="1070090350" sldId="2147483765"/>
            <pc:sldLayoutMk cId="1179999751" sldId="2147483763"/>
          </pc:sldLayoutMkLst>
        </pc:sldLayoutChg>
        <pc:sldLayoutChg chg="add del">
          <pc:chgData name="Huber Leon" userId="be83c947-4ae9-4fa9-80b3-c723d02a087b" providerId="ADAL" clId="{3372AF06-5843-43D2-954F-808DC0B168C3}" dt="2026-06-22T19:53:18.818" v="76" actId="26606"/>
          <pc:sldLayoutMkLst>
            <pc:docMk/>
            <pc:sldMasterMk cId="1070090350" sldId="2147483765"/>
            <pc:sldLayoutMk cId="4026127973" sldId="2147483764"/>
          </pc:sldLayoutMkLst>
        </pc:sldLayoutChg>
      </pc:sldMasterChg>
      <pc:sldMasterChg chg="add del addSldLayout delSldLayout">
        <pc:chgData name="Huber Leon" userId="be83c947-4ae9-4fa9-80b3-c723d02a087b" providerId="ADAL" clId="{3372AF06-5843-43D2-954F-808DC0B168C3}" dt="2026-06-22T19:54:06.953" v="87" actId="26606"/>
        <pc:sldMasterMkLst>
          <pc:docMk/>
          <pc:sldMasterMk cId="2805476112" sldId="2147483765"/>
        </pc:sldMasterMkLst>
        <pc:sldLayoutChg chg="add del">
          <pc:chgData name="Huber Leon" userId="be83c947-4ae9-4fa9-80b3-c723d02a087b" providerId="ADAL" clId="{3372AF06-5843-43D2-954F-808DC0B168C3}" dt="2026-06-22T19:54:06.953" v="87" actId="26606"/>
          <pc:sldLayoutMkLst>
            <pc:docMk/>
            <pc:sldMasterMk cId="2805476112" sldId="2147483765"/>
            <pc:sldLayoutMk cId="3623355344" sldId="2147483754"/>
          </pc:sldLayoutMkLst>
        </pc:sldLayoutChg>
        <pc:sldLayoutChg chg="add del">
          <pc:chgData name="Huber Leon" userId="be83c947-4ae9-4fa9-80b3-c723d02a087b" providerId="ADAL" clId="{3372AF06-5843-43D2-954F-808DC0B168C3}" dt="2026-06-22T19:54:06.953" v="87" actId="26606"/>
          <pc:sldLayoutMkLst>
            <pc:docMk/>
            <pc:sldMasterMk cId="2805476112" sldId="2147483765"/>
            <pc:sldLayoutMk cId="2382839993" sldId="2147483755"/>
          </pc:sldLayoutMkLst>
        </pc:sldLayoutChg>
        <pc:sldLayoutChg chg="add del">
          <pc:chgData name="Huber Leon" userId="be83c947-4ae9-4fa9-80b3-c723d02a087b" providerId="ADAL" clId="{3372AF06-5843-43D2-954F-808DC0B168C3}" dt="2026-06-22T19:54:06.953" v="87" actId="26606"/>
          <pc:sldLayoutMkLst>
            <pc:docMk/>
            <pc:sldMasterMk cId="2805476112" sldId="2147483765"/>
            <pc:sldLayoutMk cId="1522738572" sldId="2147483756"/>
          </pc:sldLayoutMkLst>
        </pc:sldLayoutChg>
        <pc:sldLayoutChg chg="add del">
          <pc:chgData name="Huber Leon" userId="be83c947-4ae9-4fa9-80b3-c723d02a087b" providerId="ADAL" clId="{3372AF06-5843-43D2-954F-808DC0B168C3}" dt="2026-06-22T19:54:06.953" v="87" actId="26606"/>
          <pc:sldLayoutMkLst>
            <pc:docMk/>
            <pc:sldMasterMk cId="2805476112" sldId="2147483765"/>
            <pc:sldLayoutMk cId="3519894802" sldId="2147483757"/>
          </pc:sldLayoutMkLst>
        </pc:sldLayoutChg>
        <pc:sldLayoutChg chg="add del">
          <pc:chgData name="Huber Leon" userId="be83c947-4ae9-4fa9-80b3-c723d02a087b" providerId="ADAL" clId="{3372AF06-5843-43D2-954F-808DC0B168C3}" dt="2026-06-22T19:54:06.953" v="87" actId="26606"/>
          <pc:sldLayoutMkLst>
            <pc:docMk/>
            <pc:sldMasterMk cId="2805476112" sldId="2147483765"/>
            <pc:sldLayoutMk cId="1563411389" sldId="2147483758"/>
          </pc:sldLayoutMkLst>
        </pc:sldLayoutChg>
        <pc:sldLayoutChg chg="add del">
          <pc:chgData name="Huber Leon" userId="be83c947-4ae9-4fa9-80b3-c723d02a087b" providerId="ADAL" clId="{3372AF06-5843-43D2-954F-808DC0B168C3}" dt="2026-06-22T19:54:06.953" v="87" actId="26606"/>
          <pc:sldLayoutMkLst>
            <pc:docMk/>
            <pc:sldMasterMk cId="2805476112" sldId="2147483765"/>
            <pc:sldLayoutMk cId="2658258675" sldId="2147483759"/>
          </pc:sldLayoutMkLst>
        </pc:sldLayoutChg>
        <pc:sldLayoutChg chg="add del">
          <pc:chgData name="Huber Leon" userId="be83c947-4ae9-4fa9-80b3-c723d02a087b" providerId="ADAL" clId="{3372AF06-5843-43D2-954F-808DC0B168C3}" dt="2026-06-22T19:54:06.953" v="87" actId="26606"/>
          <pc:sldLayoutMkLst>
            <pc:docMk/>
            <pc:sldMasterMk cId="2805476112" sldId="2147483765"/>
            <pc:sldLayoutMk cId="3937397020" sldId="2147483760"/>
          </pc:sldLayoutMkLst>
        </pc:sldLayoutChg>
        <pc:sldLayoutChg chg="add del">
          <pc:chgData name="Huber Leon" userId="be83c947-4ae9-4fa9-80b3-c723d02a087b" providerId="ADAL" clId="{3372AF06-5843-43D2-954F-808DC0B168C3}" dt="2026-06-22T19:54:06.953" v="87" actId="26606"/>
          <pc:sldLayoutMkLst>
            <pc:docMk/>
            <pc:sldMasterMk cId="2805476112" sldId="2147483765"/>
            <pc:sldLayoutMk cId="1054885355" sldId="2147483761"/>
          </pc:sldLayoutMkLst>
        </pc:sldLayoutChg>
        <pc:sldLayoutChg chg="add del">
          <pc:chgData name="Huber Leon" userId="be83c947-4ae9-4fa9-80b3-c723d02a087b" providerId="ADAL" clId="{3372AF06-5843-43D2-954F-808DC0B168C3}" dt="2026-06-22T19:54:06.953" v="87" actId="26606"/>
          <pc:sldLayoutMkLst>
            <pc:docMk/>
            <pc:sldMasterMk cId="2805476112" sldId="2147483765"/>
            <pc:sldLayoutMk cId="918558143" sldId="2147483762"/>
          </pc:sldLayoutMkLst>
        </pc:sldLayoutChg>
        <pc:sldLayoutChg chg="add del">
          <pc:chgData name="Huber Leon" userId="be83c947-4ae9-4fa9-80b3-c723d02a087b" providerId="ADAL" clId="{3372AF06-5843-43D2-954F-808DC0B168C3}" dt="2026-06-22T19:54:06.953" v="87" actId="26606"/>
          <pc:sldLayoutMkLst>
            <pc:docMk/>
            <pc:sldMasterMk cId="2805476112" sldId="2147483765"/>
            <pc:sldLayoutMk cId="1784149039" sldId="2147483763"/>
          </pc:sldLayoutMkLst>
        </pc:sldLayoutChg>
        <pc:sldLayoutChg chg="add del">
          <pc:chgData name="Huber Leon" userId="be83c947-4ae9-4fa9-80b3-c723d02a087b" providerId="ADAL" clId="{3372AF06-5843-43D2-954F-808DC0B168C3}" dt="2026-06-22T19:54:06.953" v="87" actId="26606"/>
          <pc:sldLayoutMkLst>
            <pc:docMk/>
            <pc:sldMasterMk cId="2805476112" sldId="2147483765"/>
            <pc:sldLayoutMk cId="2806765484" sldId="2147483764"/>
          </pc:sldLayoutMkLst>
        </pc:sldLayoutChg>
      </pc:sldMasterChg>
      <pc:sldMasterChg chg="add del addSldLayout delSldLayout">
        <pc:chgData name="Huber Leon" userId="be83c947-4ae9-4fa9-80b3-c723d02a087b" providerId="ADAL" clId="{3372AF06-5843-43D2-954F-808DC0B168C3}" dt="2026-06-22T19:52:49.312" v="57" actId="26606"/>
        <pc:sldMasterMkLst>
          <pc:docMk/>
          <pc:sldMasterMk cId="2647863961" sldId="2147483766"/>
        </pc:sldMasterMkLst>
        <pc:sldLayoutChg chg="add del">
          <pc:chgData name="Huber Leon" userId="be83c947-4ae9-4fa9-80b3-c723d02a087b" providerId="ADAL" clId="{3372AF06-5843-43D2-954F-808DC0B168C3}" dt="2026-06-22T19:52:49.312" v="57" actId="26606"/>
          <pc:sldLayoutMkLst>
            <pc:docMk/>
            <pc:sldMasterMk cId="2647863961" sldId="2147483766"/>
            <pc:sldLayoutMk cId="2646456794" sldId="2147483767"/>
          </pc:sldLayoutMkLst>
        </pc:sldLayoutChg>
        <pc:sldLayoutChg chg="add del">
          <pc:chgData name="Huber Leon" userId="be83c947-4ae9-4fa9-80b3-c723d02a087b" providerId="ADAL" clId="{3372AF06-5843-43D2-954F-808DC0B168C3}" dt="2026-06-22T19:52:49.312" v="57" actId="26606"/>
          <pc:sldLayoutMkLst>
            <pc:docMk/>
            <pc:sldMasterMk cId="2647863961" sldId="2147483766"/>
            <pc:sldLayoutMk cId="1206799112" sldId="2147483768"/>
          </pc:sldLayoutMkLst>
        </pc:sldLayoutChg>
        <pc:sldLayoutChg chg="add del">
          <pc:chgData name="Huber Leon" userId="be83c947-4ae9-4fa9-80b3-c723d02a087b" providerId="ADAL" clId="{3372AF06-5843-43D2-954F-808DC0B168C3}" dt="2026-06-22T19:52:49.312" v="57" actId="26606"/>
          <pc:sldLayoutMkLst>
            <pc:docMk/>
            <pc:sldMasterMk cId="2647863961" sldId="2147483766"/>
            <pc:sldLayoutMk cId="478804339" sldId="2147483769"/>
          </pc:sldLayoutMkLst>
        </pc:sldLayoutChg>
        <pc:sldLayoutChg chg="add del">
          <pc:chgData name="Huber Leon" userId="be83c947-4ae9-4fa9-80b3-c723d02a087b" providerId="ADAL" clId="{3372AF06-5843-43D2-954F-808DC0B168C3}" dt="2026-06-22T19:52:49.312" v="57" actId="26606"/>
          <pc:sldLayoutMkLst>
            <pc:docMk/>
            <pc:sldMasterMk cId="2647863961" sldId="2147483766"/>
            <pc:sldLayoutMk cId="3720107248" sldId="2147483770"/>
          </pc:sldLayoutMkLst>
        </pc:sldLayoutChg>
        <pc:sldLayoutChg chg="add del">
          <pc:chgData name="Huber Leon" userId="be83c947-4ae9-4fa9-80b3-c723d02a087b" providerId="ADAL" clId="{3372AF06-5843-43D2-954F-808DC0B168C3}" dt="2026-06-22T19:52:49.312" v="57" actId="26606"/>
          <pc:sldLayoutMkLst>
            <pc:docMk/>
            <pc:sldMasterMk cId="2647863961" sldId="2147483766"/>
            <pc:sldLayoutMk cId="4195363631" sldId="2147483771"/>
          </pc:sldLayoutMkLst>
        </pc:sldLayoutChg>
        <pc:sldLayoutChg chg="add del">
          <pc:chgData name="Huber Leon" userId="be83c947-4ae9-4fa9-80b3-c723d02a087b" providerId="ADAL" clId="{3372AF06-5843-43D2-954F-808DC0B168C3}" dt="2026-06-22T19:52:49.312" v="57" actId="26606"/>
          <pc:sldLayoutMkLst>
            <pc:docMk/>
            <pc:sldMasterMk cId="2647863961" sldId="2147483766"/>
            <pc:sldLayoutMk cId="846295705" sldId="2147483772"/>
          </pc:sldLayoutMkLst>
        </pc:sldLayoutChg>
        <pc:sldLayoutChg chg="add del">
          <pc:chgData name="Huber Leon" userId="be83c947-4ae9-4fa9-80b3-c723d02a087b" providerId="ADAL" clId="{3372AF06-5843-43D2-954F-808DC0B168C3}" dt="2026-06-22T19:52:49.312" v="57" actId="26606"/>
          <pc:sldLayoutMkLst>
            <pc:docMk/>
            <pc:sldMasterMk cId="2647863961" sldId="2147483766"/>
            <pc:sldLayoutMk cId="64606045" sldId="2147483773"/>
          </pc:sldLayoutMkLst>
        </pc:sldLayoutChg>
        <pc:sldLayoutChg chg="add del">
          <pc:chgData name="Huber Leon" userId="be83c947-4ae9-4fa9-80b3-c723d02a087b" providerId="ADAL" clId="{3372AF06-5843-43D2-954F-808DC0B168C3}" dt="2026-06-22T19:52:49.312" v="57" actId="26606"/>
          <pc:sldLayoutMkLst>
            <pc:docMk/>
            <pc:sldMasterMk cId="2647863961" sldId="2147483766"/>
            <pc:sldLayoutMk cId="2302267457" sldId="2147483774"/>
          </pc:sldLayoutMkLst>
        </pc:sldLayoutChg>
        <pc:sldLayoutChg chg="add del">
          <pc:chgData name="Huber Leon" userId="be83c947-4ae9-4fa9-80b3-c723d02a087b" providerId="ADAL" clId="{3372AF06-5843-43D2-954F-808DC0B168C3}" dt="2026-06-22T19:52:49.312" v="57" actId="26606"/>
          <pc:sldLayoutMkLst>
            <pc:docMk/>
            <pc:sldMasterMk cId="2647863961" sldId="2147483766"/>
            <pc:sldLayoutMk cId="168861513" sldId="2147483775"/>
          </pc:sldLayoutMkLst>
        </pc:sldLayoutChg>
        <pc:sldLayoutChg chg="add del">
          <pc:chgData name="Huber Leon" userId="be83c947-4ae9-4fa9-80b3-c723d02a087b" providerId="ADAL" clId="{3372AF06-5843-43D2-954F-808DC0B168C3}" dt="2026-06-22T19:52:49.312" v="57" actId="26606"/>
          <pc:sldLayoutMkLst>
            <pc:docMk/>
            <pc:sldMasterMk cId="2647863961" sldId="2147483766"/>
            <pc:sldLayoutMk cId="653216967" sldId="2147483776"/>
          </pc:sldLayoutMkLst>
        </pc:sldLayoutChg>
        <pc:sldLayoutChg chg="add del">
          <pc:chgData name="Huber Leon" userId="be83c947-4ae9-4fa9-80b3-c723d02a087b" providerId="ADAL" clId="{3372AF06-5843-43D2-954F-808DC0B168C3}" dt="2026-06-22T19:52:49.312" v="57" actId="26606"/>
          <pc:sldLayoutMkLst>
            <pc:docMk/>
            <pc:sldMasterMk cId="2647863961" sldId="2147483766"/>
            <pc:sldLayoutMk cId="1515051890" sldId="2147483777"/>
          </pc:sldLayoutMkLst>
        </pc:sldLayoutChg>
      </pc:sldMasterChg>
      <pc:sldMasterChg chg="add del addSldLayout delSldLayout">
        <pc:chgData name="Huber Leon" userId="be83c947-4ae9-4fa9-80b3-c723d02a087b" providerId="ADAL" clId="{3372AF06-5843-43D2-954F-808DC0B168C3}" dt="2026-06-22T19:53:17.543" v="71" actId="26606"/>
        <pc:sldMasterMkLst>
          <pc:docMk/>
          <pc:sldMasterMk cId="1663288369" sldId="2147483828"/>
        </pc:sldMasterMkLst>
        <pc:sldLayoutChg chg="add del">
          <pc:chgData name="Huber Leon" userId="be83c947-4ae9-4fa9-80b3-c723d02a087b" providerId="ADAL" clId="{3372AF06-5843-43D2-954F-808DC0B168C3}" dt="2026-06-22T19:53:17.543" v="71" actId="26606"/>
          <pc:sldLayoutMkLst>
            <pc:docMk/>
            <pc:sldMasterMk cId="1663288369" sldId="2147483828"/>
            <pc:sldLayoutMk cId="438074962" sldId="2147483817"/>
          </pc:sldLayoutMkLst>
        </pc:sldLayoutChg>
        <pc:sldLayoutChg chg="add del">
          <pc:chgData name="Huber Leon" userId="be83c947-4ae9-4fa9-80b3-c723d02a087b" providerId="ADAL" clId="{3372AF06-5843-43D2-954F-808DC0B168C3}" dt="2026-06-22T19:53:17.543" v="71" actId="26606"/>
          <pc:sldLayoutMkLst>
            <pc:docMk/>
            <pc:sldMasterMk cId="1663288369" sldId="2147483828"/>
            <pc:sldLayoutMk cId="2183768490" sldId="2147483818"/>
          </pc:sldLayoutMkLst>
        </pc:sldLayoutChg>
        <pc:sldLayoutChg chg="add del">
          <pc:chgData name="Huber Leon" userId="be83c947-4ae9-4fa9-80b3-c723d02a087b" providerId="ADAL" clId="{3372AF06-5843-43D2-954F-808DC0B168C3}" dt="2026-06-22T19:53:17.543" v="71" actId="26606"/>
          <pc:sldLayoutMkLst>
            <pc:docMk/>
            <pc:sldMasterMk cId="1663288369" sldId="2147483828"/>
            <pc:sldLayoutMk cId="3340274129" sldId="2147483819"/>
          </pc:sldLayoutMkLst>
        </pc:sldLayoutChg>
        <pc:sldLayoutChg chg="add del">
          <pc:chgData name="Huber Leon" userId="be83c947-4ae9-4fa9-80b3-c723d02a087b" providerId="ADAL" clId="{3372AF06-5843-43D2-954F-808DC0B168C3}" dt="2026-06-22T19:53:17.543" v="71" actId="26606"/>
          <pc:sldLayoutMkLst>
            <pc:docMk/>
            <pc:sldMasterMk cId="1663288369" sldId="2147483828"/>
            <pc:sldLayoutMk cId="2394808785" sldId="2147483820"/>
          </pc:sldLayoutMkLst>
        </pc:sldLayoutChg>
        <pc:sldLayoutChg chg="add del">
          <pc:chgData name="Huber Leon" userId="be83c947-4ae9-4fa9-80b3-c723d02a087b" providerId="ADAL" clId="{3372AF06-5843-43D2-954F-808DC0B168C3}" dt="2026-06-22T19:53:17.543" v="71" actId="26606"/>
          <pc:sldLayoutMkLst>
            <pc:docMk/>
            <pc:sldMasterMk cId="1663288369" sldId="2147483828"/>
            <pc:sldLayoutMk cId="1645495074" sldId="2147483821"/>
          </pc:sldLayoutMkLst>
        </pc:sldLayoutChg>
        <pc:sldLayoutChg chg="add del">
          <pc:chgData name="Huber Leon" userId="be83c947-4ae9-4fa9-80b3-c723d02a087b" providerId="ADAL" clId="{3372AF06-5843-43D2-954F-808DC0B168C3}" dt="2026-06-22T19:53:17.543" v="71" actId="26606"/>
          <pc:sldLayoutMkLst>
            <pc:docMk/>
            <pc:sldMasterMk cId="1663288369" sldId="2147483828"/>
            <pc:sldLayoutMk cId="2761337009" sldId="2147483822"/>
          </pc:sldLayoutMkLst>
        </pc:sldLayoutChg>
        <pc:sldLayoutChg chg="add del">
          <pc:chgData name="Huber Leon" userId="be83c947-4ae9-4fa9-80b3-c723d02a087b" providerId="ADAL" clId="{3372AF06-5843-43D2-954F-808DC0B168C3}" dt="2026-06-22T19:53:17.543" v="71" actId="26606"/>
          <pc:sldLayoutMkLst>
            <pc:docMk/>
            <pc:sldMasterMk cId="1663288369" sldId="2147483828"/>
            <pc:sldLayoutMk cId="2587727888" sldId="2147483823"/>
          </pc:sldLayoutMkLst>
        </pc:sldLayoutChg>
        <pc:sldLayoutChg chg="add del">
          <pc:chgData name="Huber Leon" userId="be83c947-4ae9-4fa9-80b3-c723d02a087b" providerId="ADAL" clId="{3372AF06-5843-43D2-954F-808DC0B168C3}" dt="2026-06-22T19:53:17.543" v="71" actId="26606"/>
          <pc:sldLayoutMkLst>
            <pc:docMk/>
            <pc:sldMasterMk cId="1663288369" sldId="2147483828"/>
            <pc:sldLayoutMk cId="2171093764" sldId="2147483824"/>
          </pc:sldLayoutMkLst>
        </pc:sldLayoutChg>
        <pc:sldLayoutChg chg="add del">
          <pc:chgData name="Huber Leon" userId="be83c947-4ae9-4fa9-80b3-c723d02a087b" providerId="ADAL" clId="{3372AF06-5843-43D2-954F-808DC0B168C3}" dt="2026-06-22T19:53:17.543" v="71" actId="26606"/>
          <pc:sldLayoutMkLst>
            <pc:docMk/>
            <pc:sldMasterMk cId="1663288369" sldId="2147483828"/>
            <pc:sldLayoutMk cId="2239406438" sldId="2147483825"/>
          </pc:sldLayoutMkLst>
        </pc:sldLayoutChg>
        <pc:sldLayoutChg chg="add del">
          <pc:chgData name="Huber Leon" userId="be83c947-4ae9-4fa9-80b3-c723d02a087b" providerId="ADAL" clId="{3372AF06-5843-43D2-954F-808DC0B168C3}" dt="2026-06-22T19:53:17.543" v="71" actId="26606"/>
          <pc:sldLayoutMkLst>
            <pc:docMk/>
            <pc:sldMasterMk cId="1663288369" sldId="2147483828"/>
            <pc:sldLayoutMk cId="1779525865" sldId="2147483826"/>
          </pc:sldLayoutMkLst>
        </pc:sldLayoutChg>
        <pc:sldLayoutChg chg="add del">
          <pc:chgData name="Huber Leon" userId="be83c947-4ae9-4fa9-80b3-c723d02a087b" providerId="ADAL" clId="{3372AF06-5843-43D2-954F-808DC0B168C3}" dt="2026-06-22T19:53:17.543" v="71" actId="26606"/>
          <pc:sldLayoutMkLst>
            <pc:docMk/>
            <pc:sldMasterMk cId="1663288369" sldId="2147483828"/>
            <pc:sldLayoutMk cId="2641051953" sldId="2147483827"/>
          </pc:sldLayoutMkLst>
        </pc:sldLayoutChg>
      </pc:sldMaster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33050E8-0FD8-48BD-8A39-D4D107511022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45C8E42-7DAC-4BBC-B291-227E92198CFB}">
      <dgm:prSet custT="1"/>
      <dgm:spPr/>
      <dgm:t>
        <a:bodyPr/>
        <a:lstStyle/>
        <a:p>
          <a:r>
            <a:rPr lang="de-AT" sz="3200" dirty="0"/>
            <a:t>Karteikarten</a:t>
          </a:r>
          <a:endParaRPr lang="en-US" sz="3200" dirty="0"/>
        </a:p>
      </dgm:t>
    </dgm:pt>
    <dgm:pt modelId="{D5F77546-30A9-4BA7-937A-70748DC09414}" type="parTrans" cxnId="{73857409-F3D4-4EED-B56E-D5EBA55FE755}">
      <dgm:prSet/>
      <dgm:spPr/>
      <dgm:t>
        <a:bodyPr/>
        <a:lstStyle/>
        <a:p>
          <a:endParaRPr lang="en-US"/>
        </a:p>
      </dgm:t>
    </dgm:pt>
    <dgm:pt modelId="{1E967278-153C-46B4-AC98-6331EAA7625D}" type="sibTrans" cxnId="{73857409-F3D4-4EED-B56E-D5EBA55FE755}">
      <dgm:prSet/>
      <dgm:spPr/>
      <dgm:t>
        <a:bodyPr/>
        <a:lstStyle/>
        <a:p>
          <a:endParaRPr lang="en-US"/>
        </a:p>
      </dgm:t>
    </dgm:pt>
    <dgm:pt modelId="{8FD7E9F1-1659-428E-8629-223929AC15D3}">
      <dgm:prSet custT="1"/>
      <dgm:spPr/>
      <dgm:t>
        <a:bodyPr/>
        <a:lstStyle/>
        <a:p>
          <a:r>
            <a:rPr lang="de-AT" sz="3200" dirty="0"/>
            <a:t>FSRS</a:t>
          </a:r>
          <a:endParaRPr lang="en-US" sz="2500" dirty="0"/>
        </a:p>
      </dgm:t>
    </dgm:pt>
    <dgm:pt modelId="{C822D19B-C905-4D8B-A1E7-AD292B2CD485}" type="parTrans" cxnId="{0FFF2776-9580-44E7-91F7-A8B5082D1EBC}">
      <dgm:prSet/>
      <dgm:spPr/>
      <dgm:t>
        <a:bodyPr/>
        <a:lstStyle/>
        <a:p>
          <a:endParaRPr lang="en-US"/>
        </a:p>
      </dgm:t>
    </dgm:pt>
    <dgm:pt modelId="{2E29E0A1-17E5-4F4C-A167-207CB9FED2D7}" type="sibTrans" cxnId="{0FFF2776-9580-44E7-91F7-A8B5082D1EBC}">
      <dgm:prSet/>
      <dgm:spPr/>
      <dgm:t>
        <a:bodyPr/>
        <a:lstStyle/>
        <a:p>
          <a:endParaRPr lang="en-US"/>
        </a:p>
      </dgm:t>
    </dgm:pt>
    <dgm:pt modelId="{A73A20D2-45AC-4281-B12D-BC2118C2CA5B}">
      <dgm:prSet custT="1"/>
      <dgm:spPr/>
      <dgm:t>
        <a:bodyPr/>
        <a:lstStyle/>
        <a:p>
          <a:r>
            <a:rPr lang="de-AT" sz="3200" dirty="0"/>
            <a:t>Web- und </a:t>
          </a:r>
          <a:br>
            <a:rPr lang="de-AT" sz="3200" dirty="0"/>
          </a:br>
          <a:r>
            <a:rPr lang="de-AT" sz="3200" dirty="0"/>
            <a:t>Android-App</a:t>
          </a:r>
          <a:endParaRPr lang="en-US" sz="3200" dirty="0"/>
        </a:p>
      </dgm:t>
    </dgm:pt>
    <dgm:pt modelId="{5C846BD6-9894-4BD5-8992-4EBAD2BED13D}" type="parTrans" cxnId="{CE8B6FC0-BE89-4D25-B3E0-4CF6ADA686AD}">
      <dgm:prSet/>
      <dgm:spPr/>
      <dgm:t>
        <a:bodyPr/>
        <a:lstStyle/>
        <a:p>
          <a:endParaRPr lang="en-US"/>
        </a:p>
      </dgm:t>
    </dgm:pt>
    <dgm:pt modelId="{B48B46C6-0561-4875-874C-289934B35C70}" type="sibTrans" cxnId="{CE8B6FC0-BE89-4D25-B3E0-4CF6ADA686AD}">
      <dgm:prSet/>
      <dgm:spPr/>
      <dgm:t>
        <a:bodyPr/>
        <a:lstStyle/>
        <a:p>
          <a:endParaRPr lang="en-US"/>
        </a:p>
      </dgm:t>
    </dgm:pt>
    <dgm:pt modelId="{0E885EA5-00A6-46C4-AEC7-C380CB70EC23}" type="pres">
      <dgm:prSet presAssocID="{A33050E8-0FD8-48BD-8A39-D4D107511022}" presName="root" presStyleCnt="0">
        <dgm:presLayoutVars>
          <dgm:dir/>
          <dgm:resizeHandles val="exact"/>
        </dgm:presLayoutVars>
      </dgm:prSet>
      <dgm:spPr/>
    </dgm:pt>
    <dgm:pt modelId="{BED54409-BECB-41DB-82A6-655808EDD7D3}" type="pres">
      <dgm:prSet presAssocID="{B45C8E42-7DAC-4BBC-B291-227E92198CFB}" presName="compNode" presStyleCnt="0"/>
      <dgm:spPr/>
    </dgm:pt>
    <dgm:pt modelId="{D384AEC1-7DAA-4581-8EE7-35A6C025DCAF}" type="pres">
      <dgm:prSet presAssocID="{B45C8E42-7DAC-4BBC-B291-227E92198CFB}" presName="iconRect" presStyleLbl="node1" presStyleIdx="0" presStyleCnt="3"/>
      <dgm:spPr>
        <a:blipFill rotWithShape="1">
          <a:blip xmlns:r="http://schemas.openxmlformats.org/officeDocument/2006/relationships" r:embed="rId1"/>
          <a:srcRect/>
          <a:stretch>
            <a:fillRect/>
          </a:stretch>
        </a:blipFill>
        <a:ln>
          <a:noFill/>
        </a:ln>
      </dgm:spPr>
    </dgm:pt>
    <dgm:pt modelId="{9DAE70E0-5F37-4E7D-9287-3611B1B1DB8F}" type="pres">
      <dgm:prSet presAssocID="{B45C8E42-7DAC-4BBC-B291-227E92198CFB}" presName="spaceRect" presStyleCnt="0"/>
      <dgm:spPr/>
    </dgm:pt>
    <dgm:pt modelId="{C571818E-DFC5-4B0A-8B3B-A4058C2714AD}" type="pres">
      <dgm:prSet presAssocID="{B45C8E42-7DAC-4BBC-B291-227E92198CFB}" presName="textRect" presStyleLbl="revTx" presStyleIdx="0" presStyleCnt="3">
        <dgm:presLayoutVars>
          <dgm:chMax val="1"/>
          <dgm:chPref val="1"/>
        </dgm:presLayoutVars>
      </dgm:prSet>
      <dgm:spPr/>
    </dgm:pt>
    <dgm:pt modelId="{27439C8B-BBFA-4BF0-8C17-46E26DA27DE6}" type="pres">
      <dgm:prSet presAssocID="{1E967278-153C-46B4-AC98-6331EAA7625D}" presName="sibTrans" presStyleCnt="0"/>
      <dgm:spPr/>
    </dgm:pt>
    <dgm:pt modelId="{E7DF6F3E-B6F8-4DC7-95C0-AEE415694729}" type="pres">
      <dgm:prSet presAssocID="{8FD7E9F1-1659-428E-8629-223929AC15D3}" presName="compNode" presStyleCnt="0"/>
      <dgm:spPr/>
    </dgm:pt>
    <dgm:pt modelId="{4DE97D01-537C-4AB1-B6D9-04E206869A66}" type="pres">
      <dgm:prSet presAssocID="{8FD7E9F1-1659-428E-8629-223929AC15D3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E32B5D61-5F33-420E-A503-C49BA6255DF8}" type="pres">
      <dgm:prSet presAssocID="{8FD7E9F1-1659-428E-8629-223929AC15D3}" presName="spaceRect" presStyleCnt="0"/>
      <dgm:spPr/>
    </dgm:pt>
    <dgm:pt modelId="{5CA6A55A-0D72-464C-B35F-E72FC87B2C95}" type="pres">
      <dgm:prSet presAssocID="{8FD7E9F1-1659-428E-8629-223929AC15D3}" presName="textRect" presStyleLbl="revTx" presStyleIdx="1" presStyleCnt="3">
        <dgm:presLayoutVars>
          <dgm:chMax val="1"/>
          <dgm:chPref val="1"/>
        </dgm:presLayoutVars>
      </dgm:prSet>
      <dgm:spPr/>
    </dgm:pt>
    <dgm:pt modelId="{481C64D3-5C9F-417E-A198-1CBD34798B63}" type="pres">
      <dgm:prSet presAssocID="{2E29E0A1-17E5-4F4C-A167-207CB9FED2D7}" presName="sibTrans" presStyleCnt="0"/>
      <dgm:spPr/>
    </dgm:pt>
    <dgm:pt modelId="{D0945DF3-1C0A-4AE6-97C5-3BE724F21622}" type="pres">
      <dgm:prSet presAssocID="{A73A20D2-45AC-4281-B12D-BC2118C2CA5B}" presName="compNode" presStyleCnt="0"/>
      <dgm:spPr/>
    </dgm:pt>
    <dgm:pt modelId="{46616E46-4EA0-400D-B42A-DC6889941D16}" type="pres">
      <dgm:prSet presAssocID="{A73A20D2-45AC-4281-B12D-BC2118C2CA5B}" presName="iconRect" presStyleLbl="node1" presStyleIdx="2" presStyleCnt="3"/>
      <dgm:spPr>
        <a:blipFill rotWithShape="1">
          <a:blip xmlns:r="http://schemas.openxmlformats.org/officeDocument/2006/relationships" r:embed="rId3"/>
          <a:srcRect/>
          <a:stretch>
            <a:fillRect/>
          </a:stretch>
        </a:blipFill>
        <a:ln>
          <a:noFill/>
        </a:ln>
      </dgm:spPr>
    </dgm:pt>
    <dgm:pt modelId="{E9E6E744-6C43-40D9-9355-73C19D76A086}" type="pres">
      <dgm:prSet presAssocID="{A73A20D2-45AC-4281-B12D-BC2118C2CA5B}" presName="spaceRect" presStyleCnt="0"/>
      <dgm:spPr/>
    </dgm:pt>
    <dgm:pt modelId="{67AD9183-7DAF-4F26-8A9D-13C7D7A96F09}" type="pres">
      <dgm:prSet presAssocID="{A73A20D2-45AC-4281-B12D-BC2118C2CA5B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3857409-F3D4-4EED-B56E-D5EBA55FE755}" srcId="{A33050E8-0FD8-48BD-8A39-D4D107511022}" destId="{B45C8E42-7DAC-4BBC-B291-227E92198CFB}" srcOrd="0" destOrd="0" parTransId="{D5F77546-30A9-4BA7-937A-70748DC09414}" sibTransId="{1E967278-153C-46B4-AC98-6331EAA7625D}"/>
    <dgm:cxn modelId="{ED15A518-EE08-4796-8BAE-5F284DEB239E}" type="presOf" srcId="{8FD7E9F1-1659-428E-8629-223929AC15D3}" destId="{5CA6A55A-0D72-464C-B35F-E72FC87B2C95}" srcOrd="0" destOrd="0" presId="urn:microsoft.com/office/officeart/2018/2/layout/IconLabelList"/>
    <dgm:cxn modelId="{2428AF3E-8341-40FC-9849-1B8D5960EF85}" type="presOf" srcId="{A73A20D2-45AC-4281-B12D-BC2118C2CA5B}" destId="{67AD9183-7DAF-4F26-8A9D-13C7D7A96F09}" srcOrd="0" destOrd="0" presId="urn:microsoft.com/office/officeart/2018/2/layout/IconLabelList"/>
    <dgm:cxn modelId="{0FFF2776-9580-44E7-91F7-A8B5082D1EBC}" srcId="{A33050E8-0FD8-48BD-8A39-D4D107511022}" destId="{8FD7E9F1-1659-428E-8629-223929AC15D3}" srcOrd="1" destOrd="0" parTransId="{C822D19B-C905-4D8B-A1E7-AD292B2CD485}" sibTransId="{2E29E0A1-17E5-4F4C-A167-207CB9FED2D7}"/>
    <dgm:cxn modelId="{CE8B6FC0-BE89-4D25-B3E0-4CF6ADA686AD}" srcId="{A33050E8-0FD8-48BD-8A39-D4D107511022}" destId="{A73A20D2-45AC-4281-B12D-BC2118C2CA5B}" srcOrd="2" destOrd="0" parTransId="{5C846BD6-9894-4BD5-8992-4EBAD2BED13D}" sibTransId="{B48B46C6-0561-4875-874C-289934B35C70}"/>
    <dgm:cxn modelId="{955C01CD-E7DC-49E8-8213-2AEF41C709B8}" type="presOf" srcId="{A33050E8-0FD8-48BD-8A39-D4D107511022}" destId="{0E885EA5-00A6-46C4-AEC7-C380CB70EC23}" srcOrd="0" destOrd="0" presId="urn:microsoft.com/office/officeart/2018/2/layout/IconLabelList"/>
    <dgm:cxn modelId="{2E72B7E3-D659-45D3-AF3F-E9D74A9EECBD}" type="presOf" srcId="{B45C8E42-7DAC-4BBC-B291-227E92198CFB}" destId="{C571818E-DFC5-4B0A-8B3B-A4058C2714AD}" srcOrd="0" destOrd="0" presId="urn:microsoft.com/office/officeart/2018/2/layout/IconLabelList"/>
    <dgm:cxn modelId="{9248E1C1-550C-4DEC-96B4-5403E9C6EE1D}" type="presParOf" srcId="{0E885EA5-00A6-46C4-AEC7-C380CB70EC23}" destId="{BED54409-BECB-41DB-82A6-655808EDD7D3}" srcOrd="0" destOrd="0" presId="urn:microsoft.com/office/officeart/2018/2/layout/IconLabelList"/>
    <dgm:cxn modelId="{102D1444-4B66-471B-9109-F4D9840E57D8}" type="presParOf" srcId="{BED54409-BECB-41DB-82A6-655808EDD7D3}" destId="{D384AEC1-7DAA-4581-8EE7-35A6C025DCAF}" srcOrd="0" destOrd="0" presId="urn:microsoft.com/office/officeart/2018/2/layout/IconLabelList"/>
    <dgm:cxn modelId="{24B305C2-193A-47BB-9FCA-6A8D9471B427}" type="presParOf" srcId="{BED54409-BECB-41DB-82A6-655808EDD7D3}" destId="{9DAE70E0-5F37-4E7D-9287-3611B1B1DB8F}" srcOrd="1" destOrd="0" presId="urn:microsoft.com/office/officeart/2018/2/layout/IconLabelList"/>
    <dgm:cxn modelId="{0553E991-FE96-41D1-9D6E-DC72C53F3F5E}" type="presParOf" srcId="{BED54409-BECB-41DB-82A6-655808EDD7D3}" destId="{C571818E-DFC5-4B0A-8B3B-A4058C2714AD}" srcOrd="2" destOrd="0" presId="urn:microsoft.com/office/officeart/2018/2/layout/IconLabelList"/>
    <dgm:cxn modelId="{DE7598C7-C30F-4364-A4C0-AD2906332424}" type="presParOf" srcId="{0E885EA5-00A6-46C4-AEC7-C380CB70EC23}" destId="{27439C8B-BBFA-4BF0-8C17-46E26DA27DE6}" srcOrd="1" destOrd="0" presId="urn:microsoft.com/office/officeart/2018/2/layout/IconLabelList"/>
    <dgm:cxn modelId="{A003A39E-6DD9-46D1-BC61-23AD6D699302}" type="presParOf" srcId="{0E885EA5-00A6-46C4-AEC7-C380CB70EC23}" destId="{E7DF6F3E-B6F8-4DC7-95C0-AEE415694729}" srcOrd="2" destOrd="0" presId="urn:microsoft.com/office/officeart/2018/2/layout/IconLabelList"/>
    <dgm:cxn modelId="{A3721083-63D6-43C9-906E-8F153D73796E}" type="presParOf" srcId="{E7DF6F3E-B6F8-4DC7-95C0-AEE415694729}" destId="{4DE97D01-537C-4AB1-B6D9-04E206869A66}" srcOrd="0" destOrd="0" presId="urn:microsoft.com/office/officeart/2018/2/layout/IconLabelList"/>
    <dgm:cxn modelId="{65D5B843-CC39-42D5-9D78-43D0721A6D75}" type="presParOf" srcId="{E7DF6F3E-B6F8-4DC7-95C0-AEE415694729}" destId="{E32B5D61-5F33-420E-A503-C49BA6255DF8}" srcOrd="1" destOrd="0" presId="urn:microsoft.com/office/officeart/2018/2/layout/IconLabelList"/>
    <dgm:cxn modelId="{9FB96732-B5DE-4AA0-8BBF-402868858D55}" type="presParOf" srcId="{E7DF6F3E-B6F8-4DC7-95C0-AEE415694729}" destId="{5CA6A55A-0D72-464C-B35F-E72FC87B2C95}" srcOrd="2" destOrd="0" presId="urn:microsoft.com/office/officeart/2018/2/layout/IconLabelList"/>
    <dgm:cxn modelId="{F50F108D-AFB2-4C95-934D-B300D34355E4}" type="presParOf" srcId="{0E885EA5-00A6-46C4-AEC7-C380CB70EC23}" destId="{481C64D3-5C9F-417E-A198-1CBD34798B63}" srcOrd="3" destOrd="0" presId="urn:microsoft.com/office/officeart/2018/2/layout/IconLabelList"/>
    <dgm:cxn modelId="{CDC97380-D70F-4382-B9B7-93531CF7B8AA}" type="presParOf" srcId="{0E885EA5-00A6-46C4-AEC7-C380CB70EC23}" destId="{D0945DF3-1C0A-4AE6-97C5-3BE724F21622}" srcOrd="4" destOrd="0" presId="urn:microsoft.com/office/officeart/2018/2/layout/IconLabelList"/>
    <dgm:cxn modelId="{5EA7FA56-0CEA-4F6E-94C3-A73D83FB5178}" type="presParOf" srcId="{D0945DF3-1C0A-4AE6-97C5-3BE724F21622}" destId="{46616E46-4EA0-400D-B42A-DC6889941D16}" srcOrd="0" destOrd="0" presId="urn:microsoft.com/office/officeart/2018/2/layout/IconLabelList"/>
    <dgm:cxn modelId="{80D60A6A-90A4-4B93-B7A3-28701D67F8C3}" type="presParOf" srcId="{D0945DF3-1C0A-4AE6-97C5-3BE724F21622}" destId="{E9E6E744-6C43-40D9-9355-73C19D76A086}" srcOrd="1" destOrd="0" presId="urn:microsoft.com/office/officeart/2018/2/layout/IconLabelList"/>
    <dgm:cxn modelId="{D2CB640D-5924-4BEC-85A3-ADA771AF1AA6}" type="presParOf" srcId="{D0945DF3-1C0A-4AE6-97C5-3BE724F21622}" destId="{67AD9183-7DAF-4F26-8A9D-13C7D7A96F09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84AEC1-7DAA-4581-8EE7-35A6C025DCAF}">
      <dsp:nvSpPr>
        <dsp:cNvPr id="0" name=""/>
        <dsp:cNvSpPr/>
      </dsp:nvSpPr>
      <dsp:spPr>
        <a:xfrm>
          <a:off x="992890" y="330811"/>
          <a:ext cx="1463222" cy="1463222"/>
        </a:xfrm>
        <a:prstGeom prst="rect">
          <a:avLst/>
        </a:prstGeom>
        <a:blipFill rotWithShape="1">
          <a:blip xmlns:r="http://schemas.openxmlformats.org/officeDocument/2006/relationships" r:embed="rId1"/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71818E-DFC5-4B0A-8B3B-A4058C2714AD}">
      <dsp:nvSpPr>
        <dsp:cNvPr id="0" name=""/>
        <dsp:cNvSpPr/>
      </dsp:nvSpPr>
      <dsp:spPr>
        <a:xfrm>
          <a:off x="98698" y="2215378"/>
          <a:ext cx="3251605" cy="922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3200" kern="1200" dirty="0"/>
            <a:t>Karteikarten</a:t>
          </a:r>
          <a:endParaRPr lang="en-US" sz="3200" kern="1200" dirty="0"/>
        </a:p>
      </dsp:txBody>
      <dsp:txXfrm>
        <a:off x="98698" y="2215378"/>
        <a:ext cx="3251605" cy="922500"/>
      </dsp:txXfrm>
    </dsp:sp>
    <dsp:sp modelId="{4DE97D01-537C-4AB1-B6D9-04E206869A66}">
      <dsp:nvSpPr>
        <dsp:cNvPr id="0" name=""/>
        <dsp:cNvSpPr/>
      </dsp:nvSpPr>
      <dsp:spPr>
        <a:xfrm>
          <a:off x="4813526" y="330811"/>
          <a:ext cx="1463222" cy="14632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A6A55A-0D72-464C-B35F-E72FC87B2C95}">
      <dsp:nvSpPr>
        <dsp:cNvPr id="0" name=""/>
        <dsp:cNvSpPr/>
      </dsp:nvSpPr>
      <dsp:spPr>
        <a:xfrm>
          <a:off x="3919335" y="2215378"/>
          <a:ext cx="3251605" cy="922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3200" kern="1200" dirty="0"/>
            <a:t>FSRS</a:t>
          </a:r>
          <a:endParaRPr lang="en-US" sz="2500" kern="1200" dirty="0"/>
        </a:p>
      </dsp:txBody>
      <dsp:txXfrm>
        <a:off x="3919335" y="2215378"/>
        <a:ext cx="3251605" cy="922500"/>
      </dsp:txXfrm>
    </dsp:sp>
    <dsp:sp modelId="{46616E46-4EA0-400D-B42A-DC6889941D16}">
      <dsp:nvSpPr>
        <dsp:cNvPr id="0" name=""/>
        <dsp:cNvSpPr/>
      </dsp:nvSpPr>
      <dsp:spPr>
        <a:xfrm>
          <a:off x="8634163" y="330811"/>
          <a:ext cx="1463222" cy="1463222"/>
        </a:xfrm>
        <a:prstGeom prst="rect">
          <a:avLst/>
        </a:prstGeom>
        <a:blipFill rotWithShape="1">
          <a:blip xmlns:r="http://schemas.openxmlformats.org/officeDocument/2006/relationships" r:embed="rId3"/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AD9183-7DAF-4F26-8A9D-13C7D7A96F09}">
      <dsp:nvSpPr>
        <dsp:cNvPr id="0" name=""/>
        <dsp:cNvSpPr/>
      </dsp:nvSpPr>
      <dsp:spPr>
        <a:xfrm>
          <a:off x="7739971" y="2215378"/>
          <a:ext cx="3251605" cy="922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3200" kern="1200" dirty="0"/>
            <a:t>Web- und </a:t>
          </a:r>
          <a:br>
            <a:rPr lang="de-AT" sz="3200" kern="1200" dirty="0"/>
          </a:br>
          <a:r>
            <a:rPr lang="de-AT" sz="3200" kern="1200" dirty="0"/>
            <a:t>Android-App</a:t>
          </a:r>
          <a:endParaRPr lang="en-US" sz="3200" kern="1200" dirty="0"/>
        </a:p>
      </dsp:txBody>
      <dsp:txXfrm>
        <a:off x="7739971" y="2215378"/>
        <a:ext cx="3251605" cy="9225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054D0E-5FFD-487A-BEE9-B75582978BB0}" type="datetimeFigureOut">
              <a:rPr lang="de-AT" smtClean="0"/>
              <a:t>22.06.2026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2AAAB7-E5B9-4DC1-A9E7-22B3020BB7D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329989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2AAAB7-E5B9-4DC1-A9E7-22B3020BB7D5}" type="slidenum">
              <a:rPr lang="de-AT" smtClean="0"/>
              <a:t>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5790257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/>
              <a:t>USki ist eine App mithilfe der man </a:t>
            </a:r>
            <a:r>
              <a:rPr lang="de-AT" b="1" dirty="0"/>
              <a:t>Karteikarten</a:t>
            </a:r>
            <a:r>
              <a:rPr lang="de-AT" dirty="0"/>
              <a:t> </a:t>
            </a:r>
            <a:r>
              <a:rPr lang="de-AT" b="1" dirty="0"/>
              <a:t>erstellen</a:t>
            </a:r>
            <a:r>
              <a:rPr lang="de-AT" dirty="0"/>
              <a:t>, </a:t>
            </a:r>
            <a:r>
              <a:rPr lang="de-AT" b="1" dirty="0"/>
              <a:t>lernen</a:t>
            </a:r>
            <a:r>
              <a:rPr lang="de-AT" dirty="0"/>
              <a:t> und </a:t>
            </a:r>
            <a:r>
              <a:rPr lang="de-AT" b="1" dirty="0"/>
              <a:t>teilen</a:t>
            </a:r>
            <a:r>
              <a:rPr lang="de-AT" dirty="0"/>
              <a:t> kann.</a:t>
            </a:r>
          </a:p>
          <a:p>
            <a:endParaRPr lang="de-AT" dirty="0"/>
          </a:p>
          <a:p>
            <a:r>
              <a:rPr lang="de-AT" dirty="0"/>
              <a:t>Perfekt zum lernen da: </a:t>
            </a:r>
            <a:r>
              <a:rPr lang="de-AT" b="1" dirty="0"/>
              <a:t>Space</a:t>
            </a:r>
            <a:r>
              <a:rPr lang="de-AT" dirty="0"/>
              <a:t> </a:t>
            </a:r>
            <a:r>
              <a:rPr lang="de-AT" b="1" dirty="0"/>
              <a:t>Repetition</a:t>
            </a:r>
            <a:r>
              <a:rPr lang="de-AT" dirty="0"/>
              <a:t> und </a:t>
            </a:r>
            <a:r>
              <a:rPr lang="de-AT" b="1" dirty="0"/>
              <a:t>Active</a:t>
            </a:r>
            <a:r>
              <a:rPr lang="de-AT" dirty="0"/>
              <a:t> </a:t>
            </a:r>
            <a:r>
              <a:rPr lang="de-AT" b="1" dirty="0"/>
              <a:t>Recall</a:t>
            </a:r>
            <a:r>
              <a:rPr lang="de-AT" dirty="0"/>
              <a:t> =&gt; </a:t>
            </a:r>
            <a:r>
              <a:rPr lang="de-AT" b="1" dirty="0"/>
              <a:t>Grafik</a:t>
            </a:r>
          </a:p>
          <a:p>
            <a:r>
              <a:rPr lang="de-AT" b="1" dirty="0"/>
              <a:t>FSRS</a:t>
            </a:r>
            <a:r>
              <a:rPr lang="de-AT" dirty="0"/>
              <a:t> = </a:t>
            </a:r>
            <a:r>
              <a:rPr lang="de-AT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Free</a:t>
            </a:r>
            <a:r>
              <a:rPr lang="de-A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AT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Spaced</a:t>
            </a:r>
            <a:r>
              <a:rPr lang="de-A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AT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Repetition</a:t>
            </a:r>
            <a:r>
              <a:rPr lang="de-A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AT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Scheduler</a:t>
            </a:r>
          </a:p>
          <a:p>
            <a:endParaRPr lang="de-AT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AT" b="1" dirty="0"/>
              <a:t>Plant</a:t>
            </a:r>
            <a:r>
              <a:rPr lang="de-AT" dirty="0"/>
              <a:t> </a:t>
            </a:r>
            <a:r>
              <a:rPr lang="de-AT" b="1" dirty="0"/>
              <a:t>wann</a:t>
            </a:r>
            <a:r>
              <a:rPr lang="de-AT" dirty="0"/>
              <a:t> man eine </a:t>
            </a:r>
            <a:r>
              <a:rPr lang="de-AT" b="1" dirty="0"/>
              <a:t>Karteikarte</a:t>
            </a:r>
            <a:r>
              <a:rPr lang="de-AT" dirty="0"/>
              <a:t> </a:t>
            </a:r>
            <a:r>
              <a:rPr lang="de-AT" b="1" dirty="0"/>
              <a:t>wiederholen</a:t>
            </a:r>
            <a:r>
              <a:rPr lang="de-AT" dirty="0"/>
              <a:t> soll, damit man am </a:t>
            </a:r>
            <a:r>
              <a:rPr lang="de-AT" b="1" dirty="0"/>
              <a:t>besten</a:t>
            </a:r>
            <a:r>
              <a:rPr lang="de-AT" dirty="0"/>
              <a:t> </a:t>
            </a:r>
            <a:r>
              <a:rPr lang="de-AT" b="1" dirty="0"/>
              <a:t>lernt</a:t>
            </a:r>
            <a:r>
              <a:rPr lang="de-AT" dirty="0"/>
              <a:t>.</a:t>
            </a:r>
          </a:p>
          <a:p>
            <a:r>
              <a:rPr lang="de-AT" dirty="0"/>
              <a:t>Auf </a:t>
            </a:r>
            <a:r>
              <a:rPr lang="de-AT" b="1" dirty="0"/>
              <a:t>3er</a:t>
            </a:r>
            <a:r>
              <a:rPr lang="de-AT" dirty="0"/>
              <a:t> </a:t>
            </a:r>
            <a:r>
              <a:rPr lang="de-AT" b="1" dirty="0"/>
              <a:t>Faktoren</a:t>
            </a:r>
            <a:r>
              <a:rPr lang="de-AT" dirty="0"/>
              <a:t>: </a:t>
            </a:r>
            <a:r>
              <a:rPr lang="de-AT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Schwierigkeit</a:t>
            </a:r>
            <a:r>
              <a:rPr lang="de-A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AT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Stabilität</a:t>
            </a:r>
            <a:r>
              <a:rPr lang="de-A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de-AT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Abrufwahrscheinlichkeit</a:t>
            </a:r>
          </a:p>
          <a:p>
            <a:endParaRPr lang="de-AT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A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USki gibt es als </a:t>
            </a:r>
            <a:r>
              <a:rPr lang="de-AT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Webapp</a:t>
            </a:r>
            <a:r>
              <a:rPr lang="de-A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als </a:t>
            </a:r>
            <a:r>
              <a:rPr lang="de-AT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Android-App</a:t>
            </a:r>
            <a:r>
              <a:rPr lang="de-A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de-AT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A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</a:t>
            </a:r>
            <a:r>
              <a:rPr lang="de-AT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Ziel</a:t>
            </a:r>
            <a:r>
              <a:rPr lang="de-A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ist es möglichst </a:t>
            </a:r>
            <a:r>
              <a:rPr lang="de-AT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effizient</a:t>
            </a:r>
            <a:r>
              <a:rPr lang="de-A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zu </a:t>
            </a:r>
            <a:r>
              <a:rPr lang="de-AT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lernen</a:t>
            </a:r>
            <a:r>
              <a:rPr lang="de-A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2AAAB7-E5B9-4DC1-A9E7-22B3020BB7D5}" type="slidenum">
              <a:rPr lang="de-AT" smtClean="0"/>
              <a:t>2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7716256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BC6A4-AF30-C00C-6D4E-074283550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2DD6B44-FD97-E576-D163-D9FA0AD258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61F7A60-34F9-B507-C62B-BCBCBD0684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Supabase weil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AT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PostgreSQL, </a:t>
            </a:r>
            <a:r>
              <a:rPr lang="de-A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pgvector</a:t>
            </a:r>
            <a:r>
              <a:rPr lang="de-A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</a:t>
            </a:r>
            <a:r>
              <a:rPr lang="de-A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tabellen</a:t>
            </a:r>
            <a:r>
              <a:rPr lang="de-A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de-A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vektoren</a:t>
            </a:r>
            <a:r>
              <a:rPr lang="de-A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zu zerlegen damit die KI diese verstehet,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Einfache </a:t>
            </a:r>
            <a:r>
              <a:rPr lang="de-A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Authenentifizerungseinbindung</a:t>
            </a:r>
            <a:r>
              <a:rPr lang="de-A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lokale </a:t>
            </a:r>
            <a:r>
              <a:rPr lang="de-A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version</a:t>
            </a:r>
            <a:r>
              <a:rPr lang="de-A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hat </a:t>
            </a:r>
            <a:r>
              <a:rPr lang="de-A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mailpit</a:t>
            </a:r>
            <a:r>
              <a:rPr lang="de-A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SMTP </a:t>
            </a:r>
            <a:r>
              <a:rPr lang="de-A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server</a:t>
            </a:r>
            <a:r>
              <a:rPr lang="de-A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Cloud </a:t>
            </a:r>
            <a:r>
              <a:rPr lang="de-A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version</a:t>
            </a:r>
            <a:r>
              <a:rPr lang="de-A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kann Eigenen SMTP ich versende Resend </a:t>
            </a:r>
            <a:r>
              <a:rPr lang="de-A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free</a:t>
            </a:r>
            <a:r>
              <a:rPr lang="de-A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A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version</a:t>
            </a:r>
            <a:br>
              <a:rPr lang="de-A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de-A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de-A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Redis dient zur API Limitation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D8F655C-DB56-08AB-C940-CB8F360243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2AAAB7-E5B9-4DC1-A9E7-22B3020BB7D5}" type="slidenum">
              <a:rPr lang="de-AT" smtClean="0"/>
              <a:t>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7304771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AF37D-C1CF-939B-0B73-E87504924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9112F82-0B87-C146-00EA-AA63342FB2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BFA8533-CD2E-ADA0-CC82-976C04567D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/>
              <a:t>Schauen wir uns nun den Techstack und den groben Aufbau des Projekts</a:t>
            </a:r>
          </a:p>
          <a:p>
            <a:r>
              <a:rPr lang="de-AT" dirty="0"/>
              <a:t>Mithilfe eines </a:t>
            </a:r>
            <a:r>
              <a:rPr lang="de-AT" dirty="0" err="1"/>
              <a:t>Containerdiagrams</a:t>
            </a:r>
            <a:r>
              <a:rPr lang="de-AT" dirty="0"/>
              <a:t> an.</a:t>
            </a:r>
          </a:p>
          <a:p>
            <a:endParaRPr lang="de-AT" dirty="0"/>
          </a:p>
          <a:p>
            <a:r>
              <a:rPr lang="de-AT" dirty="0"/>
              <a:t>Ich habe zwischen </a:t>
            </a:r>
            <a:r>
              <a:rPr lang="de-AT" dirty="0" err="1"/>
              <a:t>dev</a:t>
            </a:r>
            <a:r>
              <a:rPr lang="de-AT" dirty="0"/>
              <a:t> und prod </a:t>
            </a:r>
            <a:r>
              <a:rPr lang="de-AT" dirty="0" err="1"/>
              <a:t>modus</a:t>
            </a:r>
            <a:r>
              <a:rPr lang="de-AT" dirty="0"/>
              <a:t> unterschieden.</a:t>
            </a:r>
          </a:p>
          <a:p>
            <a:endParaRPr lang="de-AT" dirty="0"/>
          </a:p>
          <a:p>
            <a:r>
              <a:rPr lang="de-AT" dirty="0"/>
              <a:t>Redis macht Rate-</a:t>
            </a:r>
            <a:r>
              <a:rPr lang="de-AT" dirty="0" err="1"/>
              <a:t>Limiting</a:t>
            </a:r>
            <a:r>
              <a:rPr lang="de-AT" dirty="0"/>
              <a:t>, </a:t>
            </a:r>
            <a:r>
              <a:rPr lang="de-AT" dirty="0" err="1"/>
              <a:t>limit</a:t>
            </a:r>
            <a:r>
              <a:rPr lang="de-AT" dirty="0"/>
              <a:t> an OTPs die pro Sekunde gesendet werden dürfen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F8C7BE-5B0B-B1EF-5A8A-11269A3600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2AAAB7-E5B9-4DC1-A9E7-22B3020BB7D5}" type="slidenum">
              <a:rPr lang="de-AT" smtClean="0"/>
              <a:t>4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1676841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2C90E-CEDD-F475-BADA-B4BE3E2A4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E5DCAD1-2973-FACA-C503-7FA7CA134E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4E39A37-BF65-C45A-B6AD-0F4606477C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/>
              <a:t>Das Prinzip bleibt auch im prod </a:t>
            </a:r>
            <a:r>
              <a:rPr lang="de-AT" dirty="0" err="1"/>
              <a:t>modus</a:t>
            </a:r>
            <a:r>
              <a:rPr lang="de-AT" dirty="0"/>
              <a:t> das gleiche.</a:t>
            </a:r>
          </a:p>
          <a:p>
            <a:endParaRPr lang="de-AT" dirty="0"/>
          </a:p>
          <a:p>
            <a:r>
              <a:rPr lang="de-AT" dirty="0"/>
              <a:t>Anders ist lediglich das nun alles online ausgeliefert wird.</a:t>
            </a:r>
          </a:p>
          <a:p>
            <a:endParaRPr lang="de-AT" dirty="0"/>
          </a:p>
          <a:p>
            <a:r>
              <a:rPr lang="de-AT" dirty="0"/>
              <a:t>z.B.</a:t>
            </a:r>
          </a:p>
          <a:p>
            <a:r>
              <a:rPr lang="de-DE" dirty="0"/>
              <a:t>Round-Robin = Anfragen reihum auf mehrere Provider verteilen.</a:t>
            </a:r>
          </a:p>
          <a:p>
            <a:r>
              <a:rPr lang="de-DE" dirty="0"/>
              <a:t>Lastenverteilung, leitet dahin weiter wo gerade frei ist.</a:t>
            </a:r>
            <a:endParaRPr lang="de-AT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34607F4-EF7C-0664-FBAD-D2A8458DD3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2AAAB7-E5B9-4DC1-A9E7-22B3020BB7D5}" type="slidenum">
              <a:rPr lang="de-AT" smtClean="0"/>
              <a:t>5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935172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ED12D-532E-6D5A-ABA0-9A8533A3B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833CEB8-73FC-3EE4-EF4F-D96CBCC404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A86A32C-A652-C69C-3123-42080DEAAE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9C96F70-F2B4-B8F9-C3B8-9471D3B21D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2AAAB7-E5B9-4DC1-A9E7-22B3020BB7D5}" type="slidenum">
              <a:rPr lang="de-AT" smtClean="0"/>
              <a:t>6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1792998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DF8DA-E84A-C7C7-EDFC-618077512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5396F0D-0AB6-39A0-D335-A0C038A5C4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A8F4D63-6DB0-7CF5-2BF5-29C5E166F9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JWT = der Token selbst, den der </a:t>
            </a:r>
            <a:r>
              <a:rPr lang="de-DE" dirty="0" err="1"/>
              <a:t>user</a:t>
            </a:r>
            <a:r>
              <a:rPr lang="de-DE" dirty="0"/>
              <a:t> mitschickt</a:t>
            </a:r>
          </a:p>
          <a:p>
            <a:endParaRPr lang="de-DE" dirty="0"/>
          </a:p>
          <a:p>
            <a:r>
              <a:rPr lang="de-DE" b="0" dirty="0"/>
              <a:t>JWKS</a:t>
            </a:r>
            <a:r>
              <a:rPr lang="de-DE" dirty="0"/>
              <a:t> = </a:t>
            </a:r>
            <a:r>
              <a:rPr lang="de-DE" b="1" dirty="0"/>
              <a:t>JSON-Web Key Set</a:t>
            </a:r>
            <a:r>
              <a:rPr lang="de-DE" dirty="0"/>
              <a:t>, die </a:t>
            </a:r>
            <a:r>
              <a:rPr lang="de-DE" b="1" dirty="0"/>
              <a:t>Sammlung</a:t>
            </a:r>
            <a:r>
              <a:rPr lang="de-DE" dirty="0"/>
              <a:t> </a:t>
            </a:r>
            <a:r>
              <a:rPr lang="de-DE" b="1" dirty="0"/>
              <a:t>öffentlicher</a:t>
            </a:r>
            <a:r>
              <a:rPr lang="de-DE" dirty="0"/>
              <a:t> </a:t>
            </a:r>
            <a:r>
              <a:rPr lang="de-DE" b="1" dirty="0"/>
              <a:t>Schlüssel</a:t>
            </a:r>
            <a:r>
              <a:rPr lang="de-DE" dirty="0"/>
              <a:t> von </a:t>
            </a:r>
            <a:r>
              <a:rPr lang="de-DE" b="1" dirty="0" err="1"/>
              <a:t>Supabase</a:t>
            </a:r>
            <a:r>
              <a:rPr lang="de-DE" dirty="0"/>
              <a:t>.</a:t>
            </a:r>
          </a:p>
          <a:p>
            <a:endParaRPr lang="de-DE" dirty="0"/>
          </a:p>
          <a:p>
            <a:r>
              <a:rPr lang="de-DE" b="1" dirty="0" err="1"/>
              <a:t>Supabase</a:t>
            </a:r>
            <a:r>
              <a:rPr lang="de-DE" dirty="0"/>
              <a:t> signiert mit dem </a:t>
            </a:r>
            <a:r>
              <a:rPr lang="de-DE" b="1" dirty="0"/>
              <a:t>privaten</a:t>
            </a:r>
            <a:r>
              <a:rPr lang="de-DE" dirty="0"/>
              <a:t> </a:t>
            </a:r>
            <a:r>
              <a:rPr lang="de-DE" b="1" dirty="0"/>
              <a:t>Schlüssel</a:t>
            </a:r>
            <a:r>
              <a:rPr lang="de-DE" dirty="0"/>
              <a:t>, das </a:t>
            </a:r>
            <a:r>
              <a:rPr lang="de-DE" b="1" dirty="0"/>
              <a:t>Backend</a:t>
            </a:r>
            <a:r>
              <a:rPr lang="de-DE" dirty="0"/>
              <a:t> verifiziert mit dem </a:t>
            </a:r>
            <a:r>
              <a:rPr lang="de-DE" b="1" dirty="0"/>
              <a:t>öffentlichen</a:t>
            </a:r>
            <a:r>
              <a:rPr lang="de-DE" dirty="0"/>
              <a:t>.</a:t>
            </a:r>
            <a:endParaRPr lang="de-AT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62E0B5-A24E-BAAF-1438-5A1691D904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2AAAB7-E5B9-4DC1-A9E7-22B3020BB7D5}" type="slidenum">
              <a:rPr lang="de-AT" smtClean="0"/>
              <a:t>7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728918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83AA7-6307-34D3-9220-BBF63F035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B0B59CE-371B-A7AE-FAD9-4B83F7CCB1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2961FCE-127B-3A11-A690-00672070D3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16F3DF0-EA3A-1214-D07E-965F7D5A46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2AAAB7-E5B9-4DC1-A9E7-22B3020BB7D5}" type="slidenum">
              <a:rPr lang="de-AT" smtClean="0"/>
              <a:t>8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0140877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73C583-AE3A-3392-DE77-BD9A9C8CD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7B67F90-E688-5A4F-2306-EAC511B901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0618AD7-9BC2-5416-3C55-10ABAD1440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Gehen wir nun genauer auf den Chat ein.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AT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sich das Model auskennt über welche Karteikarten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 spricht (Kontext) verwendet USki RAG … Retrieval-</a:t>
            </a:r>
            <a:r>
              <a:rPr lang="de-A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Augmented</a:t>
            </a:r>
            <a:r>
              <a:rPr lang="de-A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Generation</a:t>
            </a:r>
            <a:endParaRPr lang="de-AT" dirty="0"/>
          </a:p>
          <a:p>
            <a:r>
              <a:rPr lang="de-A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 Deutsch: „Abrufgestützte Generation“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BD0A78D-6714-BEA4-14B7-4B8455950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2AAAB7-E5B9-4DC1-A9E7-22B3020BB7D5}" type="slidenum">
              <a:rPr lang="de-AT" smtClean="0"/>
              <a:t>9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77160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56984-BD25-621D-FB56-6CD54DF62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6358E25-AA89-2F46-AEE6-84F4938EC2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B7DDC0E-4A5E-CAAB-5D7A-3929E7E5E8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Jede Karte wird Chunks zerlegt und als Vektor gespeichert.</a:t>
            </a:r>
          </a:p>
          <a:p>
            <a:r>
              <a:rPr lang="de-DE" dirty="0"/>
              <a:t>Die Frage wird ebenfalls zum Vektor.</a:t>
            </a:r>
          </a:p>
          <a:p>
            <a:r>
              <a:rPr lang="de-DE" dirty="0"/>
              <a:t>Dann sucht die Datenbank die Karten-Stücke, deren Vektoren der Frage am ähnlichsten sind, und gibt die 5 besten zurück.</a:t>
            </a:r>
          </a:p>
          <a:p>
            <a:endParaRPr lang="de-DE" dirty="0"/>
          </a:p>
          <a:p>
            <a:r>
              <a:rPr lang="de-AT" dirty="0"/>
              <a:t>Dann wird der System-Prompt an den KI-Provider-Pool geschickt und live zurückgeströmt.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F54CBD2-8F81-17BD-302A-17E20A212F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2AAAB7-E5B9-4DC1-A9E7-22B3020BB7D5}" type="slidenum">
              <a:rPr lang="de-AT" smtClean="0"/>
              <a:t>10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8441154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77394-0A20-4CF6-9066-CFC2C1C9D3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149" y="389840"/>
            <a:ext cx="8281987" cy="2954655"/>
          </a:xfrm>
        </p:spPr>
        <p:txBody>
          <a:bodyPr anchor="t" anchorCtr="0">
            <a:normAutofit/>
          </a:bodyPr>
          <a:lstStyle>
            <a:lvl1pPr algn="l">
              <a:lnSpc>
                <a:spcPct val="100000"/>
              </a:lnSpc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10971F-8922-4B23-9C80-0643D7E350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149" y="3536951"/>
            <a:ext cx="8281989" cy="2555874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400">
                <a:solidFill>
                  <a:schemeClr val="tx1">
                    <a:alpha val="8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1BC074-1090-47AF-BDE8-3859BF574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EA7947-E287-4738-8C82-07CE4F01EF03}" type="datetime2">
              <a:rPr lang="en-US" smtClean="0"/>
              <a:t>Monday, June 22,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D6522F-D41A-4734-8BD1-BD6E5A37D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4D4206-406C-42A3-BBD4-44C043180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‹Nr.›</a:t>
            </a:fld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2184FF4-7029-4ED7-813A-192E60608764}"/>
              </a:ext>
            </a:extLst>
          </p:cNvPr>
          <p:cNvSpPr>
            <a:spLocks noChangeAspect="1"/>
          </p:cNvSpPr>
          <p:nvPr/>
        </p:nvSpPr>
        <p:spPr>
          <a:xfrm rot="2700000">
            <a:off x="612445" y="481888"/>
            <a:ext cx="1080000" cy="1262947"/>
          </a:xfrm>
          <a:custGeom>
            <a:avLst/>
            <a:gdLst>
              <a:gd name="connsiteX0" fmla="*/ 540000 w 1080000"/>
              <a:gd name="connsiteY0" fmla="*/ 0 h 1262947"/>
              <a:gd name="connsiteX1" fmla="*/ 1080000 w 1080000"/>
              <a:gd name="connsiteY1" fmla="*/ 931034 h 1262947"/>
              <a:gd name="connsiteX2" fmla="*/ 1064374 w 1080000"/>
              <a:gd name="connsiteY2" fmla="*/ 931034 h 1262947"/>
              <a:gd name="connsiteX3" fmla="*/ 1069029 w 1080000"/>
              <a:gd name="connsiteY3" fmla="*/ 938533 h 1262947"/>
              <a:gd name="connsiteX4" fmla="*/ 1080000 w 1080000"/>
              <a:gd name="connsiteY4" fmla="*/ 992947 h 1262947"/>
              <a:gd name="connsiteX5" fmla="*/ 540000 w 1080000"/>
              <a:gd name="connsiteY5" fmla="*/ 1262947 h 1262947"/>
              <a:gd name="connsiteX6" fmla="*/ 0 w 1080000"/>
              <a:gd name="connsiteY6" fmla="*/ 992947 h 1262947"/>
              <a:gd name="connsiteX7" fmla="*/ 10971 w 1080000"/>
              <a:gd name="connsiteY7" fmla="*/ 938533 h 1262947"/>
              <a:gd name="connsiteX8" fmla="*/ 15626 w 1080000"/>
              <a:gd name="connsiteY8" fmla="*/ 931034 h 1262947"/>
              <a:gd name="connsiteX9" fmla="*/ 0 w 1080000"/>
              <a:gd name="connsiteY9" fmla="*/ 931034 h 1262947"/>
              <a:gd name="connsiteX0" fmla="*/ 540000 w 1080000"/>
              <a:gd name="connsiteY0" fmla="*/ 0 h 1262947"/>
              <a:gd name="connsiteX1" fmla="*/ 1080000 w 1080000"/>
              <a:gd name="connsiteY1" fmla="*/ 931034 h 1262947"/>
              <a:gd name="connsiteX2" fmla="*/ 1064374 w 1080000"/>
              <a:gd name="connsiteY2" fmla="*/ 931034 h 1262947"/>
              <a:gd name="connsiteX3" fmla="*/ 1069029 w 1080000"/>
              <a:gd name="connsiteY3" fmla="*/ 938533 h 1262947"/>
              <a:gd name="connsiteX4" fmla="*/ 1080000 w 1080000"/>
              <a:gd name="connsiteY4" fmla="*/ 992947 h 1262947"/>
              <a:gd name="connsiteX5" fmla="*/ 540000 w 1080000"/>
              <a:gd name="connsiteY5" fmla="*/ 1262947 h 1262947"/>
              <a:gd name="connsiteX6" fmla="*/ 0 w 1080000"/>
              <a:gd name="connsiteY6" fmla="*/ 992947 h 1262947"/>
              <a:gd name="connsiteX7" fmla="*/ 10971 w 1080000"/>
              <a:gd name="connsiteY7" fmla="*/ 938533 h 1262947"/>
              <a:gd name="connsiteX8" fmla="*/ 15626 w 1080000"/>
              <a:gd name="connsiteY8" fmla="*/ 931034 h 1262947"/>
              <a:gd name="connsiteX9" fmla="*/ 540000 w 1080000"/>
              <a:gd name="connsiteY9" fmla="*/ 0 h 1262947"/>
              <a:gd name="connsiteX0" fmla="*/ 540000 w 1080000"/>
              <a:gd name="connsiteY0" fmla="*/ 0 h 1262947"/>
              <a:gd name="connsiteX1" fmla="*/ 1064374 w 1080000"/>
              <a:gd name="connsiteY1" fmla="*/ 931034 h 1262947"/>
              <a:gd name="connsiteX2" fmla="*/ 1069029 w 1080000"/>
              <a:gd name="connsiteY2" fmla="*/ 938533 h 1262947"/>
              <a:gd name="connsiteX3" fmla="*/ 1080000 w 1080000"/>
              <a:gd name="connsiteY3" fmla="*/ 992947 h 1262947"/>
              <a:gd name="connsiteX4" fmla="*/ 540000 w 1080000"/>
              <a:gd name="connsiteY4" fmla="*/ 1262947 h 1262947"/>
              <a:gd name="connsiteX5" fmla="*/ 0 w 1080000"/>
              <a:gd name="connsiteY5" fmla="*/ 992947 h 1262947"/>
              <a:gd name="connsiteX6" fmla="*/ 10971 w 1080000"/>
              <a:gd name="connsiteY6" fmla="*/ 938533 h 1262947"/>
              <a:gd name="connsiteX7" fmla="*/ 15626 w 1080000"/>
              <a:gd name="connsiteY7" fmla="*/ 931034 h 1262947"/>
              <a:gd name="connsiteX8" fmla="*/ 540000 w 1080000"/>
              <a:gd name="connsiteY8" fmla="*/ 0 h 126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80000" h="1262947">
                <a:moveTo>
                  <a:pt x="540000" y="0"/>
                </a:moveTo>
                <a:lnTo>
                  <a:pt x="1064374" y="931034"/>
                </a:lnTo>
                <a:lnTo>
                  <a:pt x="1069029" y="938533"/>
                </a:lnTo>
                <a:cubicBezTo>
                  <a:pt x="1076223" y="956109"/>
                  <a:pt x="1080000" y="974307"/>
                  <a:pt x="1080000" y="992947"/>
                </a:cubicBezTo>
                <a:cubicBezTo>
                  <a:pt x="1080000" y="1142064"/>
                  <a:pt x="838234" y="1262947"/>
                  <a:pt x="540000" y="1262947"/>
                </a:cubicBezTo>
                <a:cubicBezTo>
                  <a:pt x="241766" y="1262947"/>
                  <a:pt x="0" y="1142064"/>
                  <a:pt x="0" y="992947"/>
                </a:cubicBezTo>
                <a:cubicBezTo>
                  <a:pt x="0" y="974307"/>
                  <a:pt x="3778" y="956109"/>
                  <a:pt x="10971" y="938533"/>
                </a:cubicBezTo>
                <a:lnTo>
                  <a:pt x="15626" y="931034"/>
                </a:lnTo>
                <a:lnTo>
                  <a:pt x="540000" y="0"/>
                </a:lnTo>
                <a:close/>
              </a:path>
            </a:pathLst>
          </a:custGeom>
          <a:gradFill>
            <a:gsLst>
              <a:gs pos="60000">
                <a:schemeClr val="bg2">
                  <a:lumMod val="90000"/>
                  <a:lumOff val="10000"/>
                </a:schemeClr>
              </a:gs>
              <a:gs pos="30000">
                <a:schemeClr val="bg2">
                  <a:lumMod val="90000"/>
                  <a:lumOff val="10000"/>
                </a:schemeClr>
              </a:gs>
              <a:gs pos="40000">
                <a:schemeClr val="bg2">
                  <a:lumMod val="75000"/>
                  <a:lumOff val="25000"/>
                </a:schemeClr>
              </a:gs>
              <a:gs pos="100000">
                <a:schemeClr val="bg2"/>
              </a:gs>
            </a:gsLst>
            <a:lin ang="600000" scaled="0"/>
          </a:gradFill>
          <a:ln>
            <a:noFill/>
          </a:ln>
          <a:effectLst>
            <a:innerShdw blurRad="254000" dist="101600" dir="2700000">
              <a:schemeClr val="accent1">
                <a:lumMod val="60000"/>
                <a:lumOff val="40000"/>
                <a:alpha val="4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AA7AB09-557C-41AD-9113-FF9F68FA1035}"/>
              </a:ext>
            </a:extLst>
          </p:cNvPr>
          <p:cNvSpPr/>
          <p:nvPr/>
        </p:nvSpPr>
        <p:spPr>
          <a:xfrm rot="8100000">
            <a:off x="626845" y="828962"/>
            <a:ext cx="540000" cy="1080000"/>
          </a:xfrm>
          <a:prstGeom prst="ellipse">
            <a:avLst/>
          </a:prstGeom>
          <a:gradFill>
            <a:gsLst>
              <a:gs pos="100000">
                <a:schemeClr val="bg2">
                  <a:lumMod val="90000"/>
                  <a:lumOff val="10000"/>
                </a:schemeClr>
              </a:gs>
              <a:gs pos="50000">
                <a:schemeClr val="bg2">
                  <a:lumMod val="95000"/>
                  <a:lumOff val="5000"/>
                </a:schemeClr>
              </a:gs>
            </a:gsLst>
            <a:lin ang="5400000" scaled="0"/>
          </a:gra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F99ECAA-1F11-4937-BBA6-51935AB44C9D}"/>
              </a:ext>
            </a:extLst>
          </p:cNvPr>
          <p:cNvSpPr>
            <a:spLocks noChangeAspect="1"/>
          </p:cNvSpPr>
          <p:nvPr/>
        </p:nvSpPr>
        <p:spPr>
          <a:xfrm>
            <a:off x="1800802" y="247285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9DE9FAB-6BBA-4CFE-B67D-77B47F01ECA4}"/>
              </a:ext>
            </a:extLst>
          </p:cNvPr>
          <p:cNvGrpSpPr/>
          <p:nvPr/>
        </p:nvGrpSpPr>
        <p:grpSpPr>
          <a:xfrm>
            <a:off x="1329952" y="4524379"/>
            <a:ext cx="1980001" cy="1363916"/>
            <a:chOff x="4879602" y="3781429"/>
            <a:chExt cx="1980001" cy="1363916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9FAC916-D9BB-4794-81B4-7C47C67E850D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5005634" y="4191206"/>
              <a:ext cx="1853969" cy="926985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254000" dist="50800" dir="16200000">
                <a:schemeClr val="accent1">
                  <a:lumMod val="40000"/>
                  <a:lumOff val="6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B5CA2231-7A65-4D16-8400-A210CC41DB73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4957101" y="4052255"/>
              <a:ext cx="1853969" cy="1093090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40000"/>
              </a:schemeClr>
            </a:solidFill>
            <a:ln>
              <a:noFill/>
            </a:ln>
            <a:effectLst>
              <a:softEdge rad="1905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B089C8C-B82B-4704-88E2-E857A5E21529}"/>
                </a:ext>
              </a:extLst>
            </p:cNvPr>
            <p:cNvSpPr/>
            <p:nvPr/>
          </p:nvSpPr>
          <p:spPr>
            <a:xfrm rot="13500000" flipV="1">
              <a:off x="6040374" y="3601683"/>
              <a:ext cx="107098" cy="466589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34B90C8-5B4D-456E-AD99-80EF748FDD72}"/>
                </a:ext>
              </a:extLst>
            </p:cNvPr>
            <p:cNvSpPr/>
            <p:nvPr/>
          </p:nvSpPr>
          <p:spPr>
            <a:xfrm rot="13500000" flipV="1">
              <a:off x="5059348" y="4582709"/>
              <a:ext cx="107098" cy="466589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62590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3BDBC526-6DCD-4FF6-8395-D8C22E46E527}"/>
              </a:ext>
            </a:extLst>
          </p:cNvPr>
          <p:cNvGrpSpPr/>
          <p:nvPr/>
        </p:nvGrpSpPr>
        <p:grpSpPr>
          <a:xfrm>
            <a:off x="613998" y="5334748"/>
            <a:ext cx="678135" cy="990000"/>
            <a:chOff x="10490969" y="1448827"/>
            <a:chExt cx="678135" cy="990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2ECB475-568C-47AC-B16D-2E202DEB2DE0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68976" y="1743588"/>
              <a:ext cx="926985" cy="463493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127000" dist="50800" dir="13500000">
                <a:schemeClr val="accent1">
                  <a:lumMod val="40000"/>
                  <a:lumOff val="6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80D8764-525A-441E-B58F-068E82F09714}"/>
                </a:ext>
              </a:extLst>
            </p:cNvPr>
            <p:cNvSpPr/>
            <p:nvPr/>
          </p:nvSpPr>
          <p:spPr>
            <a:xfrm rot="8100000" flipH="1" flipV="1">
              <a:off x="11115555" y="1939340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1196109-6F2B-4738-B2FC-2CCC753AABD4}"/>
                </a:ext>
              </a:extLst>
            </p:cNvPr>
            <p:cNvSpPr/>
            <p:nvPr/>
          </p:nvSpPr>
          <p:spPr>
            <a:xfrm rot="8100000" flipH="1" flipV="1">
              <a:off x="10625042" y="1448827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7E468C2-69B8-470B-85E3-801A3CB1D7E2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92519" y="1686748"/>
              <a:ext cx="926985" cy="530086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20000"/>
              </a:schemeClr>
            </a:solidFill>
            <a:ln>
              <a:noFill/>
            </a:ln>
            <a:effectLst>
              <a:softEdge rad="101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1A4B040-51E3-4DA0-B21D-EEE173E75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549275"/>
            <a:ext cx="11091600" cy="1332000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2CD90-429B-4A55-B6C8-DD6CE6994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863" y="2113199"/>
            <a:ext cx="11090274" cy="3979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4EE704-5DCA-484E-85E0-0E3A7B1C5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8C025-CD7A-4966-867E-81CF82B15267}" type="datetime2">
              <a:rPr lang="en-US" smtClean="0"/>
              <a:t>Monday, June 22,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69B66-1C18-44A2-93F7-97DED26F2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4B5A0-66FA-433A-8DC5-C097C63B4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6924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4644CBB8-40B8-42F8-9172-07A476341DDA}"/>
              </a:ext>
            </a:extLst>
          </p:cNvPr>
          <p:cNvGrpSpPr/>
          <p:nvPr/>
        </p:nvGrpSpPr>
        <p:grpSpPr>
          <a:xfrm>
            <a:off x="356481" y="879007"/>
            <a:ext cx="734257" cy="760506"/>
            <a:chOff x="5243759" y="1363788"/>
            <a:chExt cx="734257" cy="760506"/>
          </a:xfrm>
        </p:grpSpPr>
        <p:sp>
          <p:nvSpPr>
            <p:cNvPr id="49" name="Freeform 5">
              <a:extLst>
                <a:ext uri="{FF2B5EF4-FFF2-40B4-BE49-F238E27FC236}">
                  <a16:creationId xmlns:a16="http://schemas.microsoft.com/office/drawing/2014/main" id="{35CE073E-302A-4AA7-98C7-8667DDDCFA18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 6">
              <a:extLst>
                <a:ext uri="{FF2B5EF4-FFF2-40B4-BE49-F238E27FC236}">
                  <a16:creationId xmlns:a16="http://schemas.microsoft.com/office/drawing/2014/main" id="{4FD1AE2F-DD70-4E93-B905-E052A23F0B1C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1" name="Freeform 8">
              <a:extLst>
                <a:ext uri="{FF2B5EF4-FFF2-40B4-BE49-F238E27FC236}">
                  <a16:creationId xmlns:a16="http://schemas.microsoft.com/office/drawing/2014/main" id="{E8D529E5-8838-47F0-98A4-2D46F11E499C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5DA2564-D3DB-48AD-83F0-6CC6B5743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563" y="474345"/>
            <a:ext cx="11077574" cy="2954655"/>
          </a:xfrm>
        </p:spPr>
        <p:txBody>
          <a:bodyPr vert="horz" wrap="square" lIns="0" tIns="0" rIns="0" bIns="0" rtlCol="0" anchor="b" anchorCtr="0">
            <a:normAutofit/>
          </a:bodyPr>
          <a:lstStyle>
            <a:lvl1pPr>
              <a:defRPr lang="en-US" sz="640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403DDF-462A-45CE-931B-010AB4F73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09929-0719-4517-94D6-FDF7F99E70F6}" type="datetime2">
              <a:rPr lang="en-US" smtClean="0"/>
              <a:t>Monday, June 22,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E10702-2ACF-4768-9E91-8CB87B895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DFA722-391E-4FCF-8E15-0D7E2EC02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‹Nr.›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EEA752-36DA-440B-8747-0EB2914080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6271" y="3629772"/>
            <a:ext cx="11074866" cy="2678953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2400">
                <a:solidFill>
                  <a:schemeClr val="tx1">
                    <a:alpha val="8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0BCC02B0-8581-4752-B7BC-3CE1EF17B9F7}"/>
              </a:ext>
            </a:extLst>
          </p:cNvPr>
          <p:cNvSpPr>
            <a:spLocks noChangeAspect="1"/>
          </p:cNvSpPr>
          <p:nvPr/>
        </p:nvSpPr>
        <p:spPr>
          <a:xfrm rot="18900000">
            <a:off x="11209132" y="4448189"/>
            <a:ext cx="999200" cy="1262947"/>
          </a:xfrm>
          <a:custGeom>
            <a:avLst/>
            <a:gdLst>
              <a:gd name="connsiteX0" fmla="*/ 540000 w 999200"/>
              <a:gd name="connsiteY0" fmla="*/ 0 h 1262947"/>
              <a:gd name="connsiteX1" fmla="*/ 999200 w 999200"/>
              <a:gd name="connsiteY1" fmla="*/ 815317 h 1262947"/>
              <a:gd name="connsiteX2" fmla="*/ 552185 w 999200"/>
              <a:gd name="connsiteY2" fmla="*/ 1262333 h 1262947"/>
              <a:gd name="connsiteX3" fmla="*/ 540000 w 999200"/>
              <a:gd name="connsiteY3" fmla="*/ 1262947 h 1262947"/>
              <a:gd name="connsiteX4" fmla="*/ 0 w 999200"/>
              <a:gd name="connsiteY4" fmla="*/ 992947 h 1262947"/>
              <a:gd name="connsiteX5" fmla="*/ 10971 w 999200"/>
              <a:gd name="connsiteY5" fmla="*/ 938533 h 1262947"/>
              <a:gd name="connsiteX6" fmla="*/ 15626 w 999200"/>
              <a:gd name="connsiteY6" fmla="*/ 931034 h 126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99200" h="1262947">
                <a:moveTo>
                  <a:pt x="540000" y="0"/>
                </a:moveTo>
                <a:lnTo>
                  <a:pt x="999200" y="815317"/>
                </a:lnTo>
                <a:lnTo>
                  <a:pt x="552185" y="1262333"/>
                </a:lnTo>
                <a:lnTo>
                  <a:pt x="540000" y="1262947"/>
                </a:lnTo>
                <a:cubicBezTo>
                  <a:pt x="241766" y="1262947"/>
                  <a:pt x="0" y="1142064"/>
                  <a:pt x="0" y="992947"/>
                </a:cubicBezTo>
                <a:cubicBezTo>
                  <a:pt x="0" y="974307"/>
                  <a:pt x="3778" y="956109"/>
                  <a:pt x="10971" y="938533"/>
                </a:cubicBezTo>
                <a:lnTo>
                  <a:pt x="15626" y="931034"/>
                </a:lnTo>
                <a:close/>
              </a:path>
            </a:pathLst>
          </a:custGeom>
          <a:gradFill>
            <a:gsLst>
              <a:gs pos="60000">
                <a:schemeClr val="bg2">
                  <a:lumMod val="90000"/>
                  <a:lumOff val="10000"/>
                </a:schemeClr>
              </a:gs>
              <a:gs pos="30000">
                <a:schemeClr val="bg2">
                  <a:lumMod val="90000"/>
                  <a:lumOff val="10000"/>
                </a:schemeClr>
              </a:gs>
              <a:gs pos="40000">
                <a:schemeClr val="bg2">
                  <a:lumMod val="75000"/>
                  <a:lumOff val="25000"/>
                </a:schemeClr>
              </a:gs>
              <a:gs pos="100000">
                <a:schemeClr val="bg2"/>
              </a:gs>
            </a:gsLst>
            <a:lin ang="10200000" scaled="0"/>
          </a:gradFill>
          <a:ln>
            <a:noFill/>
          </a:ln>
          <a:effectLst>
            <a:innerShdw blurRad="254000" dist="101600" dir="4200000">
              <a:schemeClr val="accent1">
                <a:lumMod val="60000"/>
                <a:lumOff val="40000"/>
                <a:alpha val="4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EA0FF4DB-8180-4D26-AEAE-7ECDB670F71D}"/>
              </a:ext>
            </a:extLst>
          </p:cNvPr>
          <p:cNvSpPr/>
          <p:nvPr/>
        </p:nvSpPr>
        <p:spPr>
          <a:xfrm rot="2700000">
            <a:off x="11686937" y="4853516"/>
            <a:ext cx="540000" cy="978284"/>
          </a:xfrm>
          <a:custGeom>
            <a:avLst/>
            <a:gdLst>
              <a:gd name="connsiteX0" fmla="*/ 113288 w 540000"/>
              <a:gd name="connsiteY0" fmla="*/ 0 h 978284"/>
              <a:gd name="connsiteX1" fmla="*/ 539386 w 540000"/>
              <a:gd name="connsiteY1" fmla="*/ 426099 h 978284"/>
              <a:gd name="connsiteX2" fmla="*/ 540000 w 540000"/>
              <a:gd name="connsiteY2" fmla="*/ 438284 h 978284"/>
              <a:gd name="connsiteX3" fmla="*/ 270000 w 540000"/>
              <a:gd name="connsiteY3" fmla="*/ 978284 h 978284"/>
              <a:gd name="connsiteX4" fmla="*/ 0 w 540000"/>
              <a:gd name="connsiteY4" fmla="*/ 438284 h 978284"/>
              <a:gd name="connsiteX5" fmla="*/ 79081 w 540000"/>
              <a:gd name="connsiteY5" fmla="*/ 56446 h 978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0000" h="978284">
                <a:moveTo>
                  <a:pt x="113288" y="0"/>
                </a:moveTo>
                <a:lnTo>
                  <a:pt x="539386" y="426099"/>
                </a:lnTo>
                <a:lnTo>
                  <a:pt x="540000" y="438284"/>
                </a:lnTo>
                <a:cubicBezTo>
                  <a:pt x="540000" y="736518"/>
                  <a:pt x="419117" y="978284"/>
                  <a:pt x="270000" y="978284"/>
                </a:cubicBezTo>
                <a:cubicBezTo>
                  <a:pt x="120883" y="978284"/>
                  <a:pt x="0" y="736518"/>
                  <a:pt x="0" y="438284"/>
                </a:cubicBezTo>
                <a:cubicBezTo>
                  <a:pt x="0" y="289167"/>
                  <a:pt x="30220" y="154167"/>
                  <a:pt x="79081" y="56446"/>
                </a:cubicBezTo>
                <a:close/>
              </a:path>
            </a:pathLst>
          </a:custGeom>
          <a:solidFill>
            <a:schemeClr val="bg2">
              <a:lumMod val="90000"/>
              <a:lumOff val="10000"/>
            </a:schemeClr>
          </a:soli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8779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>
            <a:extLst>
              <a:ext uri="{FF2B5EF4-FFF2-40B4-BE49-F238E27FC236}">
                <a16:creationId xmlns:a16="http://schemas.microsoft.com/office/drawing/2014/main" id="{94729CA3-91C4-4A89-9448-A2F0E409177A}"/>
              </a:ext>
            </a:extLst>
          </p:cNvPr>
          <p:cNvSpPr>
            <a:spLocks noChangeAspect="1"/>
          </p:cNvSpPr>
          <p:nvPr/>
        </p:nvSpPr>
        <p:spPr>
          <a:xfrm>
            <a:off x="11069864" y="33337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68347B7-45FA-4A01-924D-DC385B720B3E}"/>
              </a:ext>
            </a:extLst>
          </p:cNvPr>
          <p:cNvGrpSpPr/>
          <p:nvPr/>
        </p:nvGrpSpPr>
        <p:grpSpPr>
          <a:xfrm>
            <a:off x="331786" y="5528198"/>
            <a:ext cx="631474" cy="667800"/>
            <a:chOff x="2994153" y="1378666"/>
            <a:chExt cx="631474" cy="667800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1167DA1-25D1-4E60-A62E-42B6F56A96E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3039890" y="1332929"/>
              <a:ext cx="540000" cy="631474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B7B7215-A661-477E-91D0-CDBE5564D2B9}"/>
                </a:ext>
              </a:extLst>
            </p:cNvPr>
            <p:cNvSpPr/>
            <p:nvPr/>
          </p:nvSpPr>
          <p:spPr>
            <a:xfrm rot="8100000">
              <a:off x="3047090" y="1506466"/>
              <a:ext cx="270000" cy="54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978E540-142B-4A82-9C3F-E61BC190A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9275"/>
            <a:ext cx="11090274" cy="133200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6BF36-D4F5-4363-B440-BDAE50BBD4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0862" y="2097175"/>
            <a:ext cx="5435600" cy="39956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362910-87AA-4E67-992D-8D4822FD89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5538" y="2097175"/>
            <a:ext cx="5435600" cy="39956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99A8AF-0998-4613-B1D8-C14ECBFFD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95673-5512-4AAA-9AEB-E00C61EC65D5}" type="datetime2">
              <a:rPr lang="en-US" smtClean="0"/>
              <a:t>Monday, June 22,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E44EAA-B8A9-4428-A9DF-1174DA940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E5C381-C899-4BF9-B584-2D78074D1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1793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FD65A50E-2F73-4426-8586-9731AFA2D2E0}"/>
              </a:ext>
            </a:extLst>
          </p:cNvPr>
          <p:cNvSpPr>
            <a:spLocks noChangeAspect="1"/>
          </p:cNvSpPr>
          <p:nvPr/>
        </p:nvSpPr>
        <p:spPr>
          <a:xfrm>
            <a:off x="11091612" y="5893466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89C080-4102-49AE-BDA9-59A4A67E2486}"/>
              </a:ext>
            </a:extLst>
          </p:cNvPr>
          <p:cNvSpPr/>
          <p:nvPr/>
        </p:nvSpPr>
        <p:spPr>
          <a:xfrm>
            <a:off x="11451612" y="5827878"/>
            <a:ext cx="379049" cy="360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E62014-F04C-495A-964E-6B888D49CD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549275"/>
            <a:ext cx="11097551" cy="1332000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sz="320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5DF027-E633-44EE-ACA0-C205930AA9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4" y="1881275"/>
            <a:ext cx="5437186" cy="535354"/>
          </a:xfrm>
        </p:spPr>
        <p:txBody>
          <a:bodyPr anchor="b">
            <a:normAutofit/>
          </a:bodyPr>
          <a:lstStyle>
            <a:lvl1pPr marL="0" indent="0">
              <a:buNone/>
              <a:defRPr sz="1400" b="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A4F363-FEEF-4CD2-A18E-17AE8D4851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3" y="2577270"/>
            <a:ext cx="5429114" cy="35155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E50F8C-4D64-40FD-AE8C-6A1F3C2A84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12024" y="1881275"/>
            <a:ext cx="5436392" cy="535354"/>
          </a:xfrm>
        </p:spPr>
        <p:txBody>
          <a:bodyPr vert="horz" wrap="square" lIns="0" tIns="0" rIns="0" bIns="0" rtlCol="0" anchor="b">
            <a:normAutofit/>
          </a:bodyPr>
          <a:lstStyle>
            <a:lvl1pPr>
              <a:defRPr lang="en-US" sz="1400" b="0" cap="all" spc="200" baseline="0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AC943E-DB2B-40E0-907F-8EA1404791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12023" y="2577270"/>
            <a:ext cx="5436391" cy="35155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CDCD5B-3F26-4AFA-8BD4-E5D8DD2AF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138FA-2E87-4873-8BBA-13E447C9A99A}" type="datetime2">
              <a:rPr lang="en-US" smtClean="0"/>
              <a:t>Monday, June 22, 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10D1EE-83A0-4FB5-9B25-8A73DE891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031C35-2E5B-491D-85ED-DB42A4FE1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8908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2053C-0E9C-4159-B7C9-6AB743439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9149" y="550799"/>
            <a:ext cx="8283313" cy="5542025"/>
          </a:xfrm>
        </p:spPr>
        <p:txBody>
          <a:bodyPr vert="horz" wrap="square" lIns="0" tIns="0" rIns="0" bIns="0" rtlCol="0" anchor="ctr" anchorCtr="0">
            <a:normAutofit/>
          </a:bodyPr>
          <a:lstStyle>
            <a:lvl1pPr>
              <a:defRPr lang="en-US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F51F65-E111-4656-83BE-CFCDE2DD6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BB40A-97BD-4BFB-B639-0BFF95FDE8B7}" type="datetime2">
              <a:rPr lang="en-US" smtClean="0"/>
              <a:t>Monday, June 22,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FF82CB-2D17-4918-821E-485475CF2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66589D-A056-4817-AE15-39D87FE13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‹Nr.›</a:t>
            </a:fld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89F067-39E1-4757-BC11-6169A343F2E1}"/>
              </a:ext>
            </a:extLst>
          </p:cNvPr>
          <p:cNvSpPr>
            <a:spLocks noChangeAspect="1"/>
          </p:cNvSpPr>
          <p:nvPr/>
        </p:nvSpPr>
        <p:spPr>
          <a:xfrm rot="18900000" flipV="1">
            <a:off x="-410727" y="3958416"/>
            <a:ext cx="3536330" cy="1853969"/>
          </a:xfrm>
          <a:custGeom>
            <a:avLst/>
            <a:gdLst>
              <a:gd name="connsiteX0" fmla="*/ 3536330 w 3536330"/>
              <a:gd name="connsiteY0" fmla="*/ 1853969 h 1853969"/>
              <a:gd name="connsiteX1" fmla="*/ 1682362 w 3536330"/>
              <a:gd name="connsiteY1" fmla="*/ 0 h 1853969"/>
              <a:gd name="connsiteX2" fmla="*/ 52157 w 3536330"/>
              <a:gd name="connsiteY2" fmla="*/ 970257 h 1853969"/>
              <a:gd name="connsiteX3" fmla="*/ 0 w 3536330"/>
              <a:gd name="connsiteY3" fmla="*/ 1078528 h 1853969"/>
              <a:gd name="connsiteX4" fmla="*/ 757215 w 3536330"/>
              <a:gd name="connsiteY4" fmla="*/ 1835743 h 1853969"/>
              <a:gd name="connsiteX5" fmla="*/ 774211 w 3536330"/>
              <a:gd name="connsiteY5" fmla="*/ 1667149 h 1853969"/>
              <a:gd name="connsiteX6" fmla="*/ 1682362 w 3536330"/>
              <a:gd name="connsiteY6" fmla="*/ 926985 h 1853969"/>
              <a:gd name="connsiteX7" fmla="*/ 2609345 w 3536330"/>
              <a:gd name="connsiteY7" fmla="*/ 1853969 h 18539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536330" h="1853969">
                <a:moveTo>
                  <a:pt x="3536330" y="1853969"/>
                </a:moveTo>
                <a:cubicBezTo>
                  <a:pt x="3536330" y="830051"/>
                  <a:pt x="2706280" y="0"/>
                  <a:pt x="1682362" y="0"/>
                </a:cubicBezTo>
                <a:cubicBezTo>
                  <a:pt x="978418" y="0"/>
                  <a:pt x="366107" y="392328"/>
                  <a:pt x="52157" y="970257"/>
                </a:cubicBezTo>
                <a:lnTo>
                  <a:pt x="0" y="1078528"/>
                </a:lnTo>
                <a:lnTo>
                  <a:pt x="757215" y="1835743"/>
                </a:lnTo>
                <a:lnTo>
                  <a:pt x="774211" y="1667149"/>
                </a:lnTo>
                <a:cubicBezTo>
                  <a:pt x="860649" y="1244739"/>
                  <a:pt x="1234397" y="926985"/>
                  <a:pt x="1682362" y="926985"/>
                </a:cubicBezTo>
                <a:cubicBezTo>
                  <a:pt x="2194320" y="926985"/>
                  <a:pt x="2609345" y="1342010"/>
                  <a:pt x="2609345" y="1853969"/>
                </a:cubicBezTo>
                <a:close/>
              </a:path>
            </a:pathLst>
          </a:custGeom>
          <a:gradFill flip="none" rotWithShape="1">
            <a:gsLst>
              <a:gs pos="97000">
                <a:schemeClr val="bg2"/>
              </a:gs>
              <a:gs pos="31000">
                <a:schemeClr val="bg2">
                  <a:lumMod val="90000"/>
                  <a:lumOff val="10000"/>
                </a:schemeClr>
              </a:gs>
            </a:gsLst>
            <a:lin ang="15000000" scaled="0"/>
            <a:tileRect/>
          </a:gradFill>
          <a:ln>
            <a:noFill/>
          </a:ln>
          <a:effectLst>
            <a:innerShdw blurRad="355600" dist="101600" dir="16200000">
              <a:schemeClr val="accent1">
                <a:lumMod val="60000"/>
                <a:lumOff val="40000"/>
                <a:alpha val="8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DD231011-607F-42F1-B2D9-2BA8E91CC6AF}"/>
              </a:ext>
            </a:extLst>
          </p:cNvPr>
          <p:cNvSpPr>
            <a:spLocks noChangeAspect="1"/>
          </p:cNvSpPr>
          <p:nvPr/>
        </p:nvSpPr>
        <p:spPr>
          <a:xfrm rot="18900000" flipV="1">
            <a:off x="-481151" y="3649708"/>
            <a:ext cx="3478701" cy="2164843"/>
          </a:xfrm>
          <a:custGeom>
            <a:avLst/>
            <a:gdLst>
              <a:gd name="connsiteX0" fmla="*/ 3478701 w 3478701"/>
              <a:gd name="connsiteY0" fmla="*/ 2164843 h 2164843"/>
              <a:gd name="connsiteX1" fmla="*/ 1624733 w 3478701"/>
              <a:gd name="connsiteY1" fmla="*/ 0 h 2164843"/>
              <a:gd name="connsiteX2" fmla="*/ 87393 w 3478701"/>
              <a:gd name="connsiteY2" fmla="*/ 954459 h 2164843"/>
              <a:gd name="connsiteX3" fmla="*/ 0 w 3478701"/>
              <a:gd name="connsiteY3" fmla="*/ 1122434 h 2164843"/>
              <a:gd name="connsiteX4" fmla="*/ 736015 w 3478701"/>
              <a:gd name="connsiteY4" fmla="*/ 1858449 h 2164843"/>
              <a:gd name="connsiteX5" fmla="*/ 739424 w 3478701"/>
              <a:gd name="connsiteY5" fmla="*/ 1842964 h 2164843"/>
              <a:gd name="connsiteX6" fmla="*/ 1624733 w 3478701"/>
              <a:gd name="connsiteY6" fmla="*/ 1082422 h 2164843"/>
              <a:gd name="connsiteX7" fmla="*/ 2551716 w 3478701"/>
              <a:gd name="connsiteY7" fmla="*/ 2164843 h 2164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78701" h="2164843">
                <a:moveTo>
                  <a:pt x="3478701" y="2164843"/>
                </a:moveTo>
                <a:cubicBezTo>
                  <a:pt x="3478701" y="969234"/>
                  <a:pt x="2648651" y="0"/>
                  <a:pt x="1624733" y="0"/>
                </a:cubicBezTo>
                <a:cubicBezTo>
                  <a:pt x="984784" y="0"/>
                  <a:pt x="420564" y="378607"/>
                  <a:pt x="87393" y="954459"/>
                </a:cubicBezTo>
                <a:lnTo>
                  <a:pt x="0" y="1122434"/>
                </a:lnTo>
                <a:lnTo>
                  <a:pt x="736015" y="1858449"/>
                </a:lnTo>
                <a:lnTo>
                  <a:pt x="739424" y="1842964"/>
                </a:lnTo>
                <a:cubicBezTo>
                  <a:pt x="856791" y="1402344"/>
                  <a:pt x="1208766" y="1082422"/>
                  <a:pt x="1624733" y="1082422"/>
                </a:cubicBezTo>
                <a:cubicBezTo>
                  <a:pt x="2136692" y="1082422"/>
                  <a:pt x="2551716" y="1567038"/>
                  <a:pt x="2551716" y="2164843"/>
                </a:cubicBezTo>
                <a:close/>
              </a:path>
            </a:pathLst>
          </a:custGeom>
          <a:solidFill>
            <a:schemeClr val="bg2">
              <a:lumMod val="50000"/>
              <a:lumOff val="50000"/>
              <a:alpha val="40000"/>
            </a:schemeClr>
          </a:solidFill>
          <a:ln>
            <a:noFill/>
          </a:ln>
          <a:effectLst>
            <a:softEdge rad="381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C472EFA-56B5-4A41-8D4B-E9F37727F34D}"/>
              </a:ext>
            </a:extLst>
          </p:cNvPr>
          <p:cNvSpPr/>
          <p:nvPr/>
        </p:nvSpPr>
        <p:spPr>
          <a:xfrm rot="13500000" flipV="1">
            <a:off x="1512277" y="2840042"/>
            <a:ext cx="214196" cy="933178"/>
          </a:xfrm>
          <a:prstGeom prst="ellipse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33781B6C-21AD-489D-A3CB-522BB2AC543F}"/>
              </a:ext>
            </a:extLst>
          </p:cNvPr>
          <p:cNvSpPr>
            <a:spLocks noChangeAspect="1"/>
          </p:cNvSpPr>
          <p:nvPr/>
        </p:nvSpPr>
        <p:spPr>
          <a:xfrm>
            <a:off x="1780661" y="385236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1AD5B80-530E-44CD-8D4A-2796FB214CBF}"/>
              </a:ext>
            </a:extLst>
          </p:cNvPr>
          <p:cNvGrpSpPr/>
          <p:nvPr/>
        </p:nvGrpSpPr>
        <p:grpSpPr>
          <a:xfrm>
            <a:off x="623181" y="1514007"/>
            <a:ext cx="734257" cy="760506"/>
            <a:chOff x="5243759" y="1363788"/>
            <a:chExt cx="734257" cy="760506"/>
          </a:xfrm>
        </p:grpSpPr>
        <p:sp>
          <p:nvSpPr>
            <p:cNvPr id="52" name="Freeform 5">
              <a:extLst>
                <a:ext uri="{FF2B5EF4-FFF2-40B4-BE49-F238E27FC236}">
                  <a16:creationId xmlns:a16="http://schemas.microsoft.com/office/drawing/2014/main" id="{2F746AA8-9050-4515-9B17-BC850368529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3" name="Freeform 6">
              <a:extLst>
                <a:ext uri="{FF2B5EF4-FFF2-40B4-BE49-F238E27FC236}">
                  <a16:creationId xmlns:a16="http://schemas.microsoft.com/office/drawing/2014/main" id="{23EC1AC3-1698-46D5-80B7-F22F15E1A5E4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4" name="Freeform 8">
              <a:extLst>
                <a:ext uri="{FF2B5EF4-FFF2-40B4-BE49-F238E27FC236}">
                  <a16:creationId xmlns:a16="http://schemas.microsoft.com/office/drawing/2014/main" id="{73766156-553C-46EB-93FA-4F37CC0FF5CF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79751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81B449-7B97-41DC-B23F-65EDCBD31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9E0E3-ECF6-4CFE-8698-AEFEBCECC3C0}" type="datetime2">
              <a:rPr lang="en-US" smtClean="0"/>
              <a:t>Monday, June 22,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6B46D5-337B-4906-8412-4EEA3884F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6F230-C9A7-407A-B923-873839C8D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2906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778B0BE9-88B0-4883-9BA9-CD594C400EC1}"/>
              </a:ext>
            </a:extLst>
          </p:cNvPr>
          <p:cNvGrpSpPr/>
          <p:nvPr/>
        </p:nvGrpSpPr>
        <p:grpSpPr>
          <a:xfrm>
            <a:off x="4949631" y="5111861"/>
            <a:ext cx="1262947" cy="1335600"/>
            <a:chOff x="2678417" y="2427951"/>
            <a:chExt cx="1262947" cy="1335600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59DCBF3-7AFA-4CD1-A918-BC6DDE674E6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2769891" y="2336477"/>
              <a:ext cx="1080000" cy="1262947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6964A02-96E1-4654-9187-DDDE7409F75B}"/>
                </a:ext>
              </a:extLst>
            </p:cNvPr>
            <p:cNvSpPr/>
            <p:nvPr/>
          </p:nvSpPr>
          <p:spPr>
            <a:xfrm rot="8100000">
              <a:off x="2784291" y="2683551"/>
              <a:ext cx="540000" cy="108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F3FF76C-A012-4CDA-8AE7-E94139557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9275"/>
            <a:ext cx="11090275" cy="984885"/>
          </a:xfrm>
        </p:spPr>
        <p:txBody>
          <a:bodyPr anchor="t">
            <a:norm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A4C80-DC38-4641-924F-90D6078CF5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5775" y="1750060"/>
            <a:ext cx="7345362" cy="4342765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C42771-D3A7-4072-85DC-B7C5E530E8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0863" y="1750060"/>
            <a:ext cx="3565525" cy="434276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D47AB1-6EB5-4E2C-B4A7-42DC643E9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462FC-960E-4740-921F-B36862979F21}" type="datetime2">
              <a:rPr lang="en-US" smtClean="0"/>
              <a:t>Monday, June 22,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A9D15F-B6ED-46E1-9840-0B625880E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AEB023-7A5E-4087-B75E-A38A80EE5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1948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F98F1FBA-F8BB-42CF-8B3E-D19AAFEE96C1}"/>
              </a:ext>
            </a:extLst>
          </p:cNvPr>
          <p:cNvGrpSpPr/>
          <p:nvPr/>
        </p:nvGrpSpPr>
        <p:grpSpPr>
          <a:xfrm>
            <a:off x="334964" y="5115518"/>
            <a:ext cx="734257" cy="760506"/>
            <a:chOff x="5243759" y="1363788"/>
            <a:chExt cx="734257" cy="760506"/>
          </a:xfrm>
        </p:grpSpPr>
        <p:sp>
          <p:nvSpPr>
            <p:cNvPr id="18" name="Freeform 5">
              <a:extLst>
                <a:ext uri="{FF2B5EF4-FFF2-40B4-BE49-F238E27FC236}">
                  <a16:creationId xmlns:a16="http://schemas.microsoft.com/office/drawing/2014/main" id="{60EE09DD-C3DB-4266-BCC3-A765CFFBF37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 6">
              <a:extLst>
                <a:ext uri="{FF2B5EF4-FFF2-40B4-BE49-F238E27FC236}">
                  <a16:creationId xmlns:a16="http://schemas.microsoft.com/office/drawing/2014/main" id="{5F301FE0-96DC-4EFB-BBEE-AED762C337C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3BEAD276-8850-4C0C-9777-8537000D522A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5EE0A0-B07E-479B-9684-4BD09FA43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75409"/>
            <a:ext cx="4500562" cy="984885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sz="320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1893A9-3462-4F51-83AE-5D2F124B98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267324" y="575409"/>
            <a:ext cx="6373813" cy="5733316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A9240C-79C0-4A88-A476-725DE1B9C2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0863" y="1776195"/>
            <a:ext cx="4500562" cy="4532530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7D2D6F-49E8-4217-A908-2D9E43583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0BC9E2-CB44-4C05-9BB5-496C18A241E0}" type="datetime2">
              <a:rPr lang="en-US" smtClean="0"/>
              <a:t>Monday, June 22,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1C4440-6B8D-4A24-A807-8B1302A3D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CFE189-E20B-4108-B290-244424336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630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79361-B9A1-48F2-9473-23DE30E2D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503906"/>
            <a:ext cx="11090275" cy="1333057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986779-C2F3-447D-85F7-F6B0E2C97D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61572-1A59-4E3B-BA65-3329E9468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2EBD84-71F4-4271-8C46-0D47C0A9B12E}" type="datetime2">
              <a:rPr lang="en-US" smtClean="0"/>
              <a:t>Monday, June 22,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EF84F1-99FE-4F0B-9E76-F581C2C1B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2D769-16B1-43C4-BF14-317553351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2065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56583A-514F-4632-820D-E7EE236A46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73CBBB-7DDC-4437-8C7D-22A1C35202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C69EBF-DA20-4024-8006-B158D571E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E0CE1-F450-4107-B2CB-17B18F8A3F4A}" type="datetime2">
              <a:rPr lang="en-US" smtClean="0"/>
              <a:t>Monday, June 22,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BAC8B9-14B5-4DF1-994D-AB47DB3BA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876582-5F9B-4F5E-AAD5-D608CB68E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548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028302-E866-455D-8898-536230275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50800"/>
            <a:ext cx="11090275" cy="1333057"/>
          </a:xfrm>
          <a:prstGeom prst="rect">
            <a:avLst/>
          </a:prstGeom>
        </p:spPr>
        <p:txBody>
          <a:bodyPr vert="horz" wrap="square" lIns="0" tIns="0" rIns="0" bIns="0" rtlCol="0" anchor="t" anchorCtr="0"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94E72B-F0CF-4BC4-B509-A1C4508BE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3" y="2113862"/>
            <a:ext cx="11091600" cy="3978963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ACE49D-C22F-4540-AC09-E421D2A2ED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0863" y="6507212"/>
            <a:ext cx="2628900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9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fld id="{246CB39B-5F4C-4A7E-9BE3-AAFD45576D16}" type="datetime2">
              <a:rPr lang="en-US" smtClean="0"/>
              <a:t>Monday, June 22,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D5C3BE-317E-49E8-82B5-C8A7EC9C8A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59150" y="6507212"/>
            <a:ext cx="6379210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9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r>
              <a:rPr lang="en-US"/>
              <a:t>Sample Footer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574E12-6C16-431F-B2CE-E4B15916BA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48863" y="6507212"/>
            <a:ext cx="1692274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9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fld id="{DBA1B0FB-D917-4C8C-928F-313BD683BF39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20624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17" r:id="rId6"/>
    <p:sldLayoutId id="2147483713" r:id="rId7"/>
    <p:sldLayoutId id="2147483714" r:id="rId8"/>
    <p:sldLayoutId id="2147483715" r:id="rId9"/>
    <p:sldLayoutId id="2147483716" r:id="rId10"/>
    <p:sldLayoutId id="2147483718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kern="1200" dirty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spcAft>
          <a:spcPts val="800"/>
        </a:spcAft>
        <a:buFont typeface="Arial" panose="020B0604020202020204" pitchFamily="34" charset="0"/>
        <a:buChar char="•"/>
        <a:defRPr sz="20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4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4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4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sz="14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16">
            <a:extLst>
              <a:ext uri="{FF2B5EF4-FFF2-40B4-BE49-F238E27FC236}">
                <a16:creationId xmlns:a16="http://schemas.microsoft.com/office/drawing/2014/main" id="{1DB043B4-68C6-45B9-82AC-A5800EADB8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261DC9F-EDF6-E1B8-FB49-50CDD9D793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16376" y="2024279"/>
            <a:ext cx="2940447" cy="2089004"/>
          </a:xfrm>
        </p:spPr>
        <p:txBody>
          <a:bodyPr anchor="t">
            <a:normAutofit fontScale="90000"/>
          </a:bodyPr>
          <a:lstStyle/>
          <a:p>
            <a:r>
              <a:rPr lang="de-AT" sz="13800" b="1" dirty="0">
                <a:solidFill>
                  <a:srgbClr val="AC61DF"/>
                </a:solidFill>
                <a:latin typeface="Ghost"/>
              </a:rPr>
              <a:t>US</a:t>
            </a:r>
            <a:r>
              <a:rPr lang="de-AT" sz="13800" b="1" dirty="0">
                <a:latin typeface="Ghost"/>
              </a:rPr>
              <a:t>ki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8C2BD8A-A580-530E-01CD-C243F9929F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44705" y="5660005"/>
            <a:ext cx="5302590" cy="1182395"/>
          </a:xfrm>
        </p:spPr>
        <p:txBody>
          <a:bodyPr anchor="t">
            <a:normAutofit/>
          </a:bodyPr>
          <a:lstStyle/>
          <a:p>
            <a:pPr algn="ctr"/>
            <a:r>
              <a:rPr lang="de-AT" sz="2800" dirty="0">
                <a:solidFill>
                  <a:schemeClr val="tx1">
                    <a:alpha val="60000"/>
                  </a:schemeClr>
                </a:solidFill>
              </a:rPr>
              <a:t>Huber Leon</a:t>
            </a:r>
          </a:p>
        </p:txBody>
      </p:sp>
      <p:grpSp>
        <p:nvGrpSpPr>
          <p:cNvPr id="39" name="Group 18">
            <a:extLst>
              <a:ext uri="{FF2B5EF4-FFF2-40B4-BE49-F238E27FC236}">
                <a16:creationId xmlns:a16="http://schemas.microsoft.com/office/drawing/2014/main" id="{73840CF4-F848-4FE0-AEA6-C9E806911B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920950" y="549275"/>
            <a:ext cx="667802" cy="631474"/>
            <a:chOff x="10478914" y="1506691"/>
            <a:chExt cx="667802" cy="631474"/>
          </a:xfrm>
        </p:grpSpPr>
        <p:sp>
          <p:nvSpPr>
            <p:cNvPr id="40" name="Freeform: Shape 19">
              <a:extLst>
                <a:ext uri="{FF2B5EF4-FFF2-40B4-BE49-F238E27FC236}">
                  <a16:creationId xmlns:a16="http://schemas.microsoft.com/office/drawing/2014/main" id="{F4B46153-41DB-494F-9B08-EBCCF27283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8100000">
              <a:off x="10606715" y="1506691"/>
              <a:ext cx="540001" cy="631474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80000"/>
                    <a:lumOff val="20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101600" dist="50800" dir="7320000">
                <a:schemeClr val="accent1">
                  <a:lumMod val="60000"/>
                  <a:lumOff val="4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Oval 20">
              <a:extLst>
                <a:ext uri="{FF2B5EF4-FFF2-40B4-BE49-F238E27FC236}">
                  <a16:creationId xmlns:a16="http://schemas.microsoft.com/office/drawing/2014/main" id="{7B6D42DA-2D84-4A50-A359-7A5C651B1C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3500000">
              <a:off x="10613915" y="1424627"/>
              <a:ext cx="270000" cy="540001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44" name="Oval 22">
            <a:extLst>
              <a:ext uri="{FF2B5EF4-FFF2-40B4-BE49-F238E27FC236}">
                <a16:creationId xmlns:a16="http://schemas.microsoft.com/office/drawing/2014/main" id="{94459D96-B947-4C7F-8BCA-915F8B07C0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82954" y="5171203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pic>
        <p:nvPicPr>
          <p:cNvPr id="46" name="Grafik 45">
            <a:extLst>
              <a:ext uri="{FF2B5EF4-FFF2-40B4-BE49-F238E27FC236}">
                <a16:creationId xmlns:a16="http://schemas.microsoft.com/office/drawing/2014/main" id="{54F7CCD5-0AAD-1A7C-FC9D-2B0E836DA6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207583" y="1864384"/>
            <a:ext cx="2408793" cy="2408793"/>
          </a:xfrm>
          <a:custGeom>
            <a:avLst/>
            <a:gdLst/>
            <a:ahLst/>
            <a:cxnLst/>
            <a:rect l="l" t="t" r="r" b="b"/>
            <a:pathLst>
              <a:path w="5132388" h="5132388">
                <a:moveTo>
                  <a:pt x="2566194" y="0"/>
                </a:moveTo>
                <a:cubicBezTo>
                  <a:pt x="3983464" y="0"/>
                  <a:pt x="5132388" y="1148924"/>
                  <a:pt x="5132388" y="2566194"/>
                </a:cubicBezTo>
                <a:cubicBezTo>
                  <a:pt x="5132388" y="3983464"/>
                  <a:pt x="3983464" y="5132388"/>
                  <a:pt x="2566194" y="5132388"/>
                </a:cubicBezTo>
                <a:cubicBezTo>
                  <a:pt x="1148924" y="5132388"/>
                  <a:pt x="0" y="3983464"/>
                  <a:pt x="0" y="2566194"/>
                </a:cubicBezTo>
                <a:cubicBezTo>
                  <a:pt x="0" y="1148924"/>
                  <a:pt x="1148924" y="0"/>
                  <a:pt x="2566194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5128897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8">
            <a:extLst>
              <a:ext uri="{FF2B5EF4-FFF2-40B4-BE49-F238E27FC236}">
                <a16:creationId xmlns:a16="http://schemas.microsoft.com/office/drawing/2014/main" id="{60B7752B-728D-4CA3-8923-C4F7F77029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4587936-8EF8-D931-5B5D-A25D955A5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50800"/>
            <a:ext cx="7308850" cy="986400"/>
          </a:xfrm>
        </p:spPr>
        <p:txBody>
          <a:bodyPr wrap="square" anchor="ctr">
            <a:normAutofit/>
          </a:bodyPr>
          <a:lstStyle/>
          <a:p>
            <a:r>
              <a:rPr lang="de-AT" dirty="0"/>
              <a:t>Was ist USki?</a:t>
            </a:r>
          </a:p>
        </p:txBody>
      </p:sp>
      <p:sp>
        <p:nvSpPr>
          <p:cNvPr id="25" name="Rectangle 10">
            <a:extLst>
              <a:ext uri="{FF2B5EF4-FFF2-40B4-BE49-F238E27FC236}">
                <a16:creationId xmlns:a16="http://schemas.microsoft.com/office/drawing/2014/main" id="{88392DC7-0988-443B-A0D0-E726C7DB62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83435"/>
            <a:ext cx="12192000" cy="4774564"/>
          </a:xfrm>
          <a:prstGeom prst="rect">
            <a:avLst/>
          </a:prstGeom>
          <a:solidFill>
            <a:schemeClr val="bg2">
              <a:lumMod val="10000"/>
              <a:lumOff val="90000"/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6" name="Inhaltsplatzhalter 2">
            <a:extLst>
              <a:ext uri="{FF2B5EF4-FFF2-40B4-BE49-F238E27FC236}">
                <a16:creationId xmlns:a16="http://schemas.microsoft.com/office/drawing/2014/main" id="{E9867878-A2E0-6A9B-4D9C-F86201DE841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77430822"/>
              </p:ext>
            </p:extLst>
          </p:nvPr>
        </p:nvGraphicFramePr>
        <p:xfrm>
          <a:off x="550863" y="2624135"/>
          <a:ext cx="11090276" cy="34686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36" name="Grafik 35" descr="What is Spaced Repetition? A Step-by-Step Guide for Effective Language  Learning">
            <a:extLst>
              <a:ext uri="{FF2B5EF4-FFF2-40B4-BE49-F238E27FC236}">
                <a16:creationId xmlns:a16="http://schemas.microsoft.com/office/drawing/2014/main" id="{EC420CBF-AB41-1894-8DFB-A415863471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1168" y="480948"/>
            <a:ext cx="11269663" cy="6181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346021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768E8-DAF0-16D4-1011-1025EFCB0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207417-6771-CE44-5D66-29A927D4E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50800"/>
            <a:ext cx="7308850" cy="986400"/>
          </a:xfrm>
        </p:spPr>
        <p:txBody>
          <a:bodyPr wrap="square" anchor="ctr">
            <a:normAutofit/>
          </a:bodyPr>
          <a:lstStyle/>
          <a:p>
            <a:r>
              <a:rPr lang="de-AT" dirty="0"/>
              <a:t>Techstack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FF8607D-81FB-3495-9CC3-CAA5B05571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AT" sz="3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Frontend: React Router, TypeScript, Tailwind CSS</a:t>
            </a:r>
          </a:p>
          <a:p>
            <a:r>
              <a:rPr lang="de-AT" sz="3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Backend: Python, FastAPI, Pydantic, Loguru</a:t>
            </a:r>
          </a:p>
          <a:p>
            <a:r>
              <a:rPr lang="de-AT" sz="3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Supabase (Cloud/Lokal) </a:t>
            </a:r>
          </a:p>
          <a:p>
            <a:r>
              <a:rPr lang="de-AT" sz="3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Resend SMTP, Redis</a:t>
            </a:r>
          </a:p>
          <a:p>
            <a:r>
              <a:rPr lang="de-AT" sz="3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Dockerisiert</a:t>
            </a:r>
          </a:p>
        </p:txBody>
      </p:sp>
    </p:spTree>
    <p:extLst>
      <p:ext uri="{BB962C8B-B14F-4D97-AF65-F5344CB8AC3E}">
        <p14:creationId xmlns:p14="http://schemas.microsoft.com/office/powerpoint/2010/main" val="3040855508"/>
      </p:ext>
    </p:extLst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6AD4D-9BD8-694C-2D6F-43F628617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DFBA5B-BF1A-F002-44FE-C808DFBA4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Containerdiagram - </a:t>
            </a:r>
            <a:r>
              <a:rPr lang="de-AT" dirty="0" err="1"/>
              <a:t>dev</a:t>
            </a:r>
            <a:endParaRPr lang="de-AT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D7B8D54C-7007-1955-D74D-B9E9DD41B8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60" b="4292"/>
          <a:stretch>
            <a:fillRect/>
          </a:stretch>
        </p:blipFill>
        <p:spPr>
          <a:xfrm>
            <a:off x="0" y="1606550"/>
            <a:ext cx="12192000" cy="3514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12131"/>
      </p:ext>
    </p:extLst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494A6-3C07-B247-7537-FEDF9206B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52A011-7A7E-DB15-210A-F9B8E4C3B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Containerdiagram - prod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AD8AD158-FEA7-1D8F-DECF-B57DC1AD09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479" b="8479"/>
          <a:stretch/>
        </p:blipFill>
        <p:spPr>
          <a:xfrm>
            <a:off x="0" y="1737266"/>
            <a:ext cx="12192000" cy="3383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704490"/>
      </p:ext>
    </p:extLst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13D82-7CA3-7A31-A470-5B5184A29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28012C-2C3A-8352-5118-770B00DB1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Sequence Diagramm - Login</a:t>
            </a:r>
          </a:p>
        </p:txBody>
      </p:sp>
      <p:pic>
        <p:nvPicPr>
          <p:cNvPr id="9" name="Inhaltsplatzhalter 8">
            <a:extLst>
              <a:ext uri="{FF2B5EF4-FFF2-40B4-BE49-F238E27FC236}">
                <a16:creationId xmlns:a16="http://schemas.microsoft.com/office/drawing/2014/main" id="{6836631F-AA01-605D-DFED-ADCE74E158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63282" y="1647295"/>
            <a:ext cx="7665435" cy="4761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597021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7B034-9E04-4779-1FFB-14D854F5F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nhaltsplatzhalter 8">
            <a:extLst>
              <a:ext uri="{FF2B5EF4-FFF2-40B4-BE49-F238E27FC236}">
                <a16:creationId xmlns:a16="http://schemas.microsoft.com/office/drawing/2014/main" id="{E94BDC3C-43A8-7E26-ECBC-A711ADEDCB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2539" y="0"/>
            <a:ext cx="108669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97477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53105-CAE6-EB40-F1DB-841227A52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48FDF1-1807-7014-9ED7-4098ED6BE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Rollenbasierte Zugriffsrechte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094F74D0-2FA9-08AE-3FB0-8830A54E38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392152" y="1649413"/>
            <a:ext cx="7407695" cy="4922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746550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A6B48-AD61-D1E5-7FC9-01A07CCA2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C1A2EC-D92F-5390-E662-2B547AEC7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Sequence Diagramm - RAG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AE7E5E09-6983-00F2-084E-B08B765165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85768" y="2087563"/>
            <a:ext cx="8991964" cy="3979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904227"/>
      </p:ext>
    </p:extLst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9A286-14C5-DB77-1ADD-FE970D115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47D214C4-69CE-6347-BA91-48AC144AE5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24" r="3324"/>
          <a:stretch/>
        </p:blipFill>
        <p:spPr>
          <a:xfrm>
            <a:off x="16123" y="546370"/>
            <a:ext cx="12159754" cy="5765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15219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3DFloatVTI">
  <a:themeElements>
    <a:clrScheme name="Float">
      <a:dk1>
        <a:sysClr val="windowText" lastClr="000000"/>
      </a:dk1>
      <a:lt1>
        <a:sysClr val="window" lastClr="FFFFFF"/>
      </a:lt1>
      <a:dk2>
        <a:srgbClr val="1B192E"/>
      </a:dk2>
      <a:lt2>
        <a:srgbClr val="EAE5EB"/>
      </a:lt2>
      <a:accent1>
        <a:srgbClr val="13BE89"/>
      </a:accent1>
      <a:accent2>
        <a:srgbClr val="12B1BF"/>
      </a:accent2>
      <a:accent3>
        <a:srgbClr val="D40AA8"/>
      </a:accent3>
      <a:accent4>
        <a:srgbClr val="B86E62"/>
      </a:accent4>
      <a:accent5>
        <a:srgbClr val="A3A3C1"/>
      </a:accent5>
      <a:accent6>
        <a:srgbClr val="37335B"/>
      </a:accent6>
      <a:hlink>
        <a:srgbClr val="0066FF"/>
      </a:hlink>
      <a:folHlink>
        <a:srgbClr val="666699"/>
      </a:folHlink>
    </a:clrScheme>
    <a:fontScheme name="Float">
      <a:majorFont>
        <a:latin typeface="Sitka Heading"/>
        <a:ea typeface=""/>
        <a:cs typeface=""/>
      </a:majorFont>
      <a:minorFont>
        <a:latin typeface="Source Sans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3DFloatVTI" id="{F59BA300-ED19-4B39-9AE3-7882B1DE8B78}" vid="{0FEC63E3-719F-4F50-9F1E-5B8BAF39109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393</Words>
  <Application>Microsoft Office PowerPoint</Application>
  <PresentationFormat>Breitbild</PresentationFormat>
  <Paragraphs>71</Paragraphs>
  <Slides>10</Slides>
  <Notes>10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6" baseType="lpstr">
      <vt:lpstr>Aptos</vt:lpstr>
      <vt:lpstr>Arial</vt:lpstr>
      <vt:lpstr>Ghost</vt:lpstr>
      <vt:lpstr>Sitka Heading</vt:lpstr>
      <vt:lpstr>Source Sans Pro</vt:lpstr>
      <vt:lpstr>3DFloatVTI</vt:lpstr>
      <vt:lpstr>USki</vt:lpstr>
      <vt:lpstr>Was ist USki?</vt:lpstr>
      <vt:lpstr>Techstack</vt:lpstr>
      <vt:lpstr>Containerdiagram - dev</vt:lpstr>
      <vt:lpstr>Containerdiagram - prod</vt:lpstr>
      <vt:lpstr>Sequence Diagramm - Login</vt:lpstr>
      <vt:lpstr>PowerPoint-Präsentation</vt:lpstr>
      <vt:lpstr>Rollenbasierte Zugriffsrechte</vt:lpstr>
      <vt:lpstr>Sequence Diagramm - RAG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Huber Leon</dc:creator>
  <cp:lastModifiedBy>Huber Leon</cp:lastModifiedBy>
  <cp:revision>1</cp:revision>
  <dcterms:created xsi:type="dcterms:W3CDTF">2026-06-22T19:51:05Z</dcterms:created>
  <dcterms:modified xsi:type="dcterms:W3CDTF">2026-06-22T23:33:08Z</dcterms:modified>
</cp:coreProperties>
</file>