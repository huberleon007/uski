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13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7" r:id="rId9"/>
    <p:sldId id="265" r:id="rId10"/>
    <p:sldId id="263" r:id="rId11"/>
    <p:sldId id="264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61DF"/>
    <a:srgbClr val="550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36A31-AF41-4E06-9416-300A8E994CF9}" v="70" dt="2026-06-22T23:48:37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9" autoAdjust="0"/>
    <p:restoredTop sz="58684" autoAdjust="0"/>
  </p:normalViewPr>
  <p:slideViewPr>
    <p:cSldViewPr snapToGrid="0">
      <p:cViewPr>
        <p:scale>
          <a:sx n="125" d="100"/>
          <a:sy n="125" d="100"/>
        </p:scale>
        <p:origin x="1636" y="-39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ber Leon" userId="be83c947-4ae9-4fa9-80b3-c723d02a087b" providerId="ADAL" clId="{3372AF06-5843-43D2-954F-808DC0B168C3}"/>
    <pc:docChg chg="undo redo custSel addSld delSld modSld sldOrd addMainMaster delMainMaster">
      <pc:chgData name="Huber Leon" userId="be83c947-4ae9-4fa9-80b3-c723d02a087b" providerId="ADAL" clId="{3372AF06-5843-43D2-954F-808DC0B168C3}" dt="2026-06-23T00:06:32.413" v="4065" actId="478"/>
      <pc:docMkLst>
        <pc:docMk/>
      </pc:docMkLst>
      <pc:sldChg chg="addSp delSp modSp new mod setBg modClrScheme addAnim delAnim modAnim setClrOvrMap chgLayout">
        <pc:chgData name="Huber Leon" userId="be83c947-4ae9-4fa9-80b3-c723d02a087b" providerId="ADAL" clId="{3372AF06-5843-43D2-954F-808DC0B168C3}" dt="2026-06-22T20:03:34.923" v="197"/>
        <pc:sldMkLst>
          <pc:docMk/>
          <pc:sldMk cId="512889706" sldId="256"/>
        </pc:sldMkLst>
        <pc:spChg chg="add del mod">
          <ac:chgData name="Huber Leon" userId="be83c947-4ae9-4fa9-80b3-c723d02a087b" providerId="ADAL" clId="{3372AF06-5843-43D2-954F-808DC0B168C3}" dt="2026-06-22T20:03:17.501" v="196" actId="1076"/>
          <ac:spMkLst>
            <pc:docMk/>
            <pc:sldMk cId="512889706" sldId="256"/>
            <ac:spMk id="2" creationId="{D261DC9F-EDF6-E1B8-FB49-50CDD9D793EF}"/>
          </ac:spMkLst>
        </pc:spChg>
        <pc:spChg chg="mod">
          <ac:chgData name="Huber Leon" userId="be83c947-4ae9-4fa9-80b3-c723d02a087b" providerId="ADAL" clId="{3372AF06-5843-43D2-954F-808DC0B168C3}" dt="2026-06-22T20:02:51.752" v="193" actId="404"/>
          <ac:spMkLst>
            <pc:docMk/>
            <pc:sldMk cId="512889706" sldId="256"/>
            <ac:spMk id="3" creationId="{E8C2BD8A-A580-530E-01CD-C243F9929FE5}"/>
          </ac:spMkLst>
        </pc:spChg>
        <pc:spChg chg="add del">
          <ac:chgData name="Huber Leon" userId="be83c947-4ae9-4fa9-80b3-c723d02a087b" providerId="ADAL" clId="{3372AF06-5843-43D2-954F-808DC0B168C3}" dt="2026-06-22T19:56:41.114" v="128" actId="26606"/>
          <ac:spMkLst>
            <pc:docMk/>
            <pc:sldMk cId="512889706" sldId="256"/>
            <ac:spMk id="10" creationId="{CFD1D2CD-954D-4C4D-B505-05EAD159B230}"/>
          </ac:spMkLst>
        </pc:spChg>
        <pc:spChg chg="add del">
          <ac:chgData name="Huber Leon" userId="be83c947-4ae9-4fa9-80b3-c723d02a087b" providerId="ADAL" clId="{3372AF06-5843-43D2-954F-808DC0B168C3}" dt="2026-06-22T19:54:06.953" v="87" actId="26606"/>
          <ac:spMkLst>
            <pc:docMk/>
            <pc:sldMk cId="512889706" sldId="256"/>
            <ac:spMk id="14" creationId="{297F7562-DBE2-4729-835D-1486BBB4373A}"/>
          </ac:spMkLst>
        </pc:spChg>
        <pc:spChg chg="add del">
          <ac:chgData name="Huber Leon" userId="be83c947-4ae9-4fa9-80b3-c723d02a087b" providerId="ADAL" clId="{3372AF06-5843-43D2-954F-808DC0B168C3}" dt="2026-06-22T19:54:06.953" v="87" actId="26606"/>
          <ac:spMkLst>
            <pc:docMk/>
            <pc:sldMk cId="512889706" sldId="256"/>
            <ac:spMk id="15" creationId="{DCE0245F-7D4D-413E-940B-1D9D9A171161}"/>
          </ac:spMkLst>
        </pc:spChg>
        <pc:spChg chg="add del">
          <ac:chgData name="Huber Leon" userId="be83c947-4ae9-4fa9-80b3-c723d02a087b" providerId="ADAL" clId="{3372AF06-5843-43D2-954F-808DC0B168C3}" dt="2026-06-22T19:55:01.182" v="100" actId="26606"/>
          <ac:spMkLst>
            <pc:docMk/>
            <pc:sldMk cId="512889706" sldId="256"/>
            <ac:spMk id="16" creationId="{0668B51F-0397-D568-D929-A4F9A9CC47E8}"/>
          </ac:spMkLst>
        </pc:spChg>
        <pc:spChg chg="add del">
          <ac:chgData name="Huber Leon" userId="be83c947-4ae9-4fa9-80b3-c723d02a087b" providerId="ADAL" clId="{3372AF06-5843-43D2-954F-808DC0B168C3}" dt="2026-06-22T19:53:18.818" v="76" actId="26606"/>
          <ac:spMkLst>
            <pc:docMk/>
            <pc:sldMk cId="512889706" sldId="256"/>
            <ac:spMk id="17" creationId="{9B7AD9F6-8CE7-4299-8FC6-328F4DCD3FF9}"/>
          </ac:spMkLst>
        </pc:spChg>
        <pc:spChg chg="add del">
          <ac:chgData name="Huber Leon" userId="be83c947-4ae9-4fa9-80b3-c723d02a087b" providerId="ADAL" clId="{3372AF06-5843-43D2-954F-808DC0B168C3}" dt="2026-06-22T19:55:01.182" v="100" actId="26606"/>
          <ac:spMkLst>
            <pc:docMk/>
            <pc:sldMk cId="512889706" sldId="256"/>
            <ac:spMk id="18" creationId="{50F200B6-228D-F4F2-C6FF-D4257EC20592}"/>
          </ac:spMkLst>
        </pc:spChg>
        <pc:spChg chg="add del">
          <ac:chgData name="Huber Leon" userId="be83c947-4ae9-4fa9-80b3-c723d02a087b" providerId="ADAL" clId="{3372AF06-5843-43D2-954F-808DC0B168C3}" dt="2026-06-22T19:53:18.818" v="76" actId="26606"/>
          <ac:spMkLst>
            <pc:docMk/>
            <pc:sldMk cId="512889706" sldId="256"/>
            <ac:spMk id="19" creationId="{F49775AF-8896-43EE-92C6-83497D6DC56F}"/>
          </ac:spMkLst>
        </pc:spChg>
        <pc:spChg chg="add del">
          <ac:chgData name="Huber Leon" userId="be83c947-4ae9-4fa9-80b3-c723d02a087b" providerId="ADAL" clId="{3372AF06-5843-43D2-954F-808DC0B168C3}" dt="2026-06-22T19:55:49.816" v="110" actId="26606"/>
          <ac:spMkLst>
            <pc:docMk/>
            <pc:sldMk cId="512889706" sldId="256"/>
            <ac:spMk id="20" creationId="{FAF3766F-DEF3-4802-BB0D-7A18EDD9704F}"/>
          </ac:spMkLst>
        </pc:spChg>
        <pc:spChg chg="add del">
          <ac:chgData name="Huber Leon" userId="be83c947-4ae9-4fa9-80b3-c723d02a087b" providerId="ADAL" clId="{3372AF06-5843-43D2-954F-808DC0B168C3}" dt="2026-06-22T19:54:06.953" v="87" actId="26606"/>
          <ac:spMkLst>
            <pc:docMk/>
            <pc:sldMk cId="512889706" sldId="256"/>
            <ac:spMk id="21" creationId="{19B97BE4-8A98-49F3-8669-EAAF6D4331D8}"/>
          </ac:spMkLst>
        </pc:spChg>
        <pc:spChg chg="add del">
          <ac:chgData name="Huber Leon" userId="be83c947-4ae9-4fa9-80b3-c723d02a087b" providerId="ADAL" clId="{3372AF06-5843-43D2-954F-808DC0B168C3}" dt="2026-06-22T19:55:49.816" v="110" actId="26606"/>
          <ac:spMkLst>
            <pc:docMk/>
            <pc:sldMk cId="512889706" sldId="256"/>
            <ac:spMk id="22" creationId="{81F0C179-4DBF-6AB9-CD0B-9224A0C885A4}"/>
          </ac:spMkLst>
        </pc:spChg>
        <pc:spChg chg="add del">
          <ac:chgData name="Huber Leon" userId="be83c947-4ae9-4fa9-80b3-c723d02a087b" providerId="ADAL" clId="{3372AF06-5843-43D2-954F-808DC0B168C3}" dt="2026-06-22T19:54:06.953" v="87" actId="26606"/>
          <ac:spMkLst>
            <pc:docMk/>
            <pc:sldMk cId="512889706" sldId="256"/>
            <ac:spMk id="23" creationId="{AA090277-9074-44AA-8A49-453BF2C45733}"/>
          </ac:spMkLst>
        </pc:spChg>
        <pc:spChg chg="add del">
          <ac:chgData name="Huber Leon" userId="be83c947-4ae9-4fa9-80b3-c723d02a087b" providerId="ADAL" clId="{3372AF06-5843-43D2-954F-808DC0B168C3}" dt="2026-06-22T19:52:49.312" v="57" actId="26606"/>
          <ac:spMkLst>
            <pc:docMk/>
            <pc:sldMk cId="512889706" sldId="256"/>
            <ac:spMk id="24" creationId="{19F9BF86-FE94-4517-B97D-026C7515E589}"/>
          </ac:spMkLst>
        </pc:spChg>
        <pc:spChg chg="add del">
          <ac:chgData name="Huber Leon" userId="be83c947-4ae9-4fa9-80b3-c723d02a087b" providerId="ADAL" clId="{3372AF06-5843-43D2-954F-808DC0B168C3}" dt="2026-06-22T19:54:13.042" v="89" actId="26606"/>
          <ac:spMkLst>
            <pc:docMk/>
            <pc:sldMk cId="512889706" sldId="256"/>
            <ac:spMk id="25" creationId="{CFD1D2CD-954D-4C4D-B505-05EAD159B230}"/>
          </ac:spMkLst>
        </pc:spChg>
        <pc:spChg chg="add del">
          <ac:chgData name="Huber Leon" userId="be83c947-4ae9-4fa9-80b3-c723d02a087b" providerId="ADAL" clId="{3372AF06-5843-43D2-954F-808DC0B168C3}" dt="2026-06-22T19:53:17.543" v="71" actId="26606"/>
          <ac:spMkLst>
            <pc:docMk/>
            <pc:sldMk cId="512889706" sldId="256"/>
            <ac:spMk id="28" creationId="{2644B391-9BFE-445C-A9EC-F544BB85FBC7}"/>
          </ac:spMkLst>
        </pc:spChg>
        <pc:spChg chg="add del">
          <ac:chgData name="Huber Leon" userId="be83c947-4ae9-4fa9-80b3-c723d02a087b" providerId="ADAL" clId="{3372AF06-5843-43D2-954F-808DC0B168C3}" dt="2026-06-22T19:53:17.543" v="71" actId="26606"/>
          <ac:spMkLst>
            <pc:docMk/>
            <pc:sldMk cId="512889706" sldId="256"/>
            <ac:spMk id="29" creationId="{463B06BE-EA23-41F8-95FA-C2121903AA0B}"/>
          </ac:spMkLst>
        </pc:spChg>
        <pc:spChg chg="add del">
          <ac:chgData name="Huber Leon" userId="be83c947-4ae9-4fa9-80b3-c723d02a087b" providerId="ADAL" clId="{3372AF06-5843-43D2-954F-808DC0B168C3}" dt="2026-06-22T19:53:17.543" v="71" actId="26606"/>
          <ac:spMkLst>
            <pc:docMk/>
            <pc:sldMk cId="512889706" sldId="256"/>
            <ac:spMk id="30" creationId="{4ABD1344-3ECB-4121-9DA5-5803B789FB24}"/>
          </ac:spMkLst>
        </pc:spChg>
        <pc:spChg chg="add del">
          <ac:chgData name="Huber Leon" userId="be83c947-4ae9-4fa9-80b3-c723d02a087b" providerId="ADAL" clId="{3372AF06-5843-43D2-954F-808DC0B168C3}" dt="2026-06-22T19:53:17.543" v="71" actId="26606"/>
          <ac:spMkLst>
            <pc:docMk/>
            <pc:sldMk cId="512889706" sldId="256"/>
            <ac:spMk id="31" creationId="{DBD58E42-9528-4E37-BD4B-D2153C0E39BE}"/>
          </ac:spMkLst>
        </pc:spChg>
        <pc:spChg chg="add del">
          <ac:chgData name="Huber Leon" userId="be83c947-4ae9-4fa9-80b3-c723d02a087b" providerId="ADAL" clId="{3372AF06-5843-43D2-954F-808DC0B168C3}" dt="2026-06-22T19:54:16.802" v="91" actId="26606"/>
          <ac:spMkLst>
            <pc:docMk/>
            <pc:sldMk cId="512889706" sldId="256"/>
            <ac:spMk id="33" creationId="{CFD1D2CD-954D-4C4D-B505-05EAD159B230}"/>
          </ac:spMkLst>
        </pc:spChg>
        <pc:spChg chg="add">
          <ac:chgData name="Huber Leon" userId="be83c947-4ae9-4fa9-80b3-c723d02a087b" providerId="ADAL" clId="{3372AF06-5843-43D2-954F-808DC0B168C3}" dt="2026-06-22T19:56:41.114" v="128" actId="26606"/>
          <ac:spMkLst>
            <pc:docMk/>
            <pc:sldMk cId="512889706" sldId="256"/>
            <ac:spMk id="37" creationId="{1DB043B4-68C6-45B9-82AC-A5800EADB8DB}"/>
          </ac:spMkLst>
        </pc:spChg>
        <pc:spChg chg="add del mod">
          <ac:chgData name="Huber Leon" userId="be83c947-4ae9-4fa9-80b3-c723d02a087b" providerId="ADAL" clId="{3372AF06-5843-43D2-954F-808DC0B168C3}" dt="2026-06-22T19:55:49.348" v="107" actId="478"/>
          <ac:spMkLst>
            <pc:docMk/>
            <pc:sldMk cId="512889706" sldId="256"/>
            <ac:spMk id="38" creationId="{50E0F1C0-DEF6-A549-9600-EC5AAA78492C}"/>
          </ac:spMkLst>
        </pc:spChg>
        <pc:spChg chg="add del">
          <ac:chgData name="Huber Leon" userId="be83c947-4ae9-4fa9-80b3-c723d02a087b" providerId="ADAL" clId="{3372AF06-5843-43D2-954F-808DC0B168C3}" dt="2026-06-22T19:53:01.059" v="61" actId="26606"/>
          <ac:spMkLst>
            <pc:docMk/>
            <pc:sldMk cId="512889706" sldId="256"/>
            <ac:spMk id="41" creationId="{27A9C548-0579-4864-92A3-093842E89D88}"/>
          </ac:spMkLst>
        </pc:spChg>
        <pc:spChg chg="add del">
          <ac:chgData name="Huber Leon" userId="be83c947-4ae9-4fa9-80b3-c723d02a087b" providerId="ADAL" clId="{3372AF06-5843-43D2-954F-808DC0B168C3}" dt="2026-06-22T19:53:01.059" v="61" actId="26606"/>
          <ac:spMkLst>
            <pc:docMk/>
            <pc:sldMk cId="512889706" sldId="256"/>
            <ac:spMk id="43" creationId="{57525A5F-CDD4-4EB3-9187-2A0E9EA15041}"/>
          </ac:spMkLst>
        </pc:spChg>
        <pc:spChg chg="add">
          <ac:chgData name="Huber Leon" userId="be83c947-4ae9-4fa9-80b3-c723d02a087b" providerId="ADAL" clId="{3372AF06-5843-43D2-954F-808DC0B168C3}" dt="2026-06-22T19:56:41.114" v="128" actId="26606"/>
          <ac:spMkLst>
            <pc:docMk/>
            <pc:sldMk cId="512889706" sldId="256"/>
            <ac:spMk id="44" creationId="{94459D96-B947-4C7F-8BCA-915F8B07C0AA}"/>
          </ac:spMkLst>
        </pc:spChg>
        <pc:spChg chg="add del">
          <ac:chgData name="Huber Leon" userId="be83c947-4ae9-4fa9-80b3-c723d02a087b" providerId="ADAL" clId="{3372AF06-5843-43D2-954F-808DC0B168C3}" dt="2026-06-22T19:53:01.059" v="61" actId="26606"/>
          <ac:spMkLst>
            <pc:docMk/>
            <pc:sldMk cId="512889706" sldId="256"/>
            <ac:spMk id="45" creationId="{08F5B423-DA6A-4E80-B3CA-549A442C8FB4}"/>
          </ac:spMkLst>
        </pc:spChg>
        <pc:spChg chg="add del">
          <ac:chgData name="Huber Leon" userId="be83c947-4ae9-4fa9-80b3-c723d02a087b" providerId="ADAL" clId="{3372AF06-5843-43D2-954F-808DC0B168C3}" dt="2026-06-22T19:53:01.059" v="61" actId="26606"/>
          <ac:spMkLst>
            <pc:docMk/>
            <pc:sldMk cId="512889706" sldId="256"/>
            <ac:spMk id="47" creationId="{738170B5-3ECC-493B-85FA-6905971AD17E}"/>
          </ac:spMkLst>
        </pc:spChg>
        <pc:spChg chg="add mod">
          <ac:chgData name="Huber Leon" userId="be83c947-4ae9-4fa9-80b3-c723d02a087b" providerId="ADAL" clId="{3372AF06-5843-43D2-954F-808DC0B168C3}" dt="2026-06-22T20:03:02.825" v="195" actId="571"/>
          <ac:spMkLst>
            <pc:docMk/>
            <pc:sldMk cId="512889706" sldId="256"/>
            <ac:spMk id="48" creationId="{058DC366-99B2-7F22-60D1-1E9383BC74C3}"/>
          </ac:spMkLst>
        </pc:spChg>
        <pc:spChg chg="add del">
          <ac:chgData name="Huber Leon" userId="be83c947-4ae9-4fa9-80b3-c723d02a087b" providerId="ADAL" clId="{3372AF06-5843-43D2-954F-808DC0B168C3}" dt="2026-06-22T19:53:02.130" v="63" actId="26606"/>
          <ac:spMkLst>
            <pc:docMk/>
            <pc:sldMk cId="512889706" sldId="256"/>
            <ac:spMk id="55" creationId="{BEBBBF70-6ABC-46E8-A293-73A60B8E2EA4}"/>
          </ac:spMkLst>
        </pc:spChg>
        <pc:spChg chg="add del">
          <ac:chgData name="Huber Leon" userId="be83c947-4ae9-4fa9-80b3-c723d02a087b" providerId="ADAL" clId="{3372AF06-5843-43D2-954F-808DC0B168C3}" dt="2026-06-22T19:53:02.130" v="63" actId="26606"/>
          <ac:spMkLst>
            <pc:docMk/>
            <pc:sldMk cId="512889706" sldId="256"/>
            <ac:spMk id="56" creationId="{05388887-43DC-4FAF-9400-7925701AFEE6}"/>
          </ac:spMkLst>
        </pc:spChg>
        <pc:spChg chg="add del">
          <ac:chgData name="Huber Leon" userId="be83c947-4ae9-4fa9-80b3-c723d02a087b" providerId="ADAL" clId="{3372AF06-5843-43D2-954F-808DC0B168C3}" dt="2026-06-22T19:53:02.130" v="63" actId="26606"/>
          <ac:spMkLst>
            <pc:docMk/>
            <pc:sldMk cId="512889706" sldId="256"/>
            <ac:spMk id="57" creationId="{2F2FD4B7-706B-4F5C-A0C7-7D69677C7BFC}"/>
          </ac:spMkLst>
        </pc:spChg>
        <pc:spChg chg="add del">
          <ac:chgData name="Huber Leon" userId="be83c947-4ae9-4fa9-80b3-c723d02a087b" providerId="ADAL" clId="{3372AF06-5843-43D2-954F-808DC0B168C3}" dt="2026-06-22T19:53:04.354" v="65" actId="26606"/>
          <ac:spMkLst>
            <pc:docMk/>
            <pc:sldMk cId="512889706" sldId="256"/>
            <ac:spMk id="62" creationId="{EA4E4267-CAF0-4C38-8DC6-CD3B1A9F046E}"/>
          </ac:spMkLst>
        </pc:spChg>
        <pc:spChg chg="add del">
          <ac:chgData name="Huber Leon" userId="be83c947-4ae9-4fa9-80b3-c723d02a087b" providerId="ADAL" clId="{3372AF06-5843-43D2-954F-808DC0B168C3}" dt="2026-06-22T19:53:04.354" v="65" actId="26606"/>
          <ac:spMkLst>
            <pc:docMk/>
            <pc:sldMk cId="512889706" sldId="256"/>
            <ac:spMk id="63" creationId="{0EE3ACC5-126D-4BA4-8B45-7F0B5B839C51}"/>
          </ac:spMkLst>
        </pc:spChg>
        <pc:spChg chg="add del">
          <ac:chgData name="Huber Leon" userId="be83c947-4ae9-4fa9-80b3-c723d02a087b" providerId="ADAL" clId="{3372AF06-5843-43D2-954F-808DC0B168C3}" dt="2026-06-22T19:53:04.354" v="65" actId="26606"/>
          <ac:spMkLst>
            <pc:docMk/>
            <pc:sldMk cId="512889706" sldId="256"/>
            <ac:spMk id="64" creationId="{AB2868F7-FE10-4289-A5BD-90763C7A2F5A}"/>
          </ac:spMkLst>
        </pc:spChg>
        <pc:spChg chg="add del">
          <ac:chgData name="Huber Leon" userId="be83c947-4ae9-4fa9-80b3-c723d02a087b" providerId="ADAL" clId="{3372AF06-5843-43D2-954F-808DC0B168C3}" dt="2026-06-22T19:53:04.354" v="65" actId="26606"/>
          <ac:spMkLst>
            <pc:docMk/>
            <pc:sldMk cId="512889706" sldId="256"/>
            <ac:spMk id="65" creationId="{BD94142C-10EE-487C-A327-404FDF358F22}"/>
          </ac:spMkLst>
        </pc:spChg>
        <pc:spChg chg="add del">
          <ac:chgData name="Huber Leon" userId="be83c947-4ae9-4fa9-80b3-c723d02a087b" providerId="ADAL" clId="{3372AF06-5843-43D2-954F-808DC0B168C3}" dt="2026-06-22T19:53:04.354" v="65" actId="26606"/>
          <ac:spMkLst>
            <pc:docMk/>
            <pc:sldMk cId="512889706" sldId="256"/>
            <ac:spMk id="66" creationId="{5F7FAC2D-7A74-4939-A917-A1A5AF935685}"/>
          </ac:spMkLst>
        </pc:spChg>
        <pc:spChg chg="add del">
          <ac:chgData name="Huber Leon" userId="be83c947-4ae9-4fa9-80b3-c723d02a087b" providerId="ADAL" clId="{3372AF06-5843-43D2-954F-808DC0B168C3}" dt="2026-06-22T19:53:04.354" v="65" actId="26606"/>
          <ac:spMkLst>
            <pc:docMk/>
            <pc:sldMk cId="512889706" sldId="256"/>
            <ac:spMk id="67" creationId="{BA53A868-C420-4BAE-9244-EC162AF05CFC}"/>
          </ac:spMkLst>
        </pc:spChg>
        <pc:spChg chg="add del">
          <ac:chgData name="Huber Leon" userId="be83c947-4ae9-4fa9-80b3-c723d02a087b" providerId="ADAL" clId="{3372AF06-5843-43D2-954F-808DC0B168C3}" dt="2026-06-22T19:53:17.247" v="69" actId="26606"/>
          <ac:spMkLst>
            <pc:docMk/>
            <pc:sldMk cId="512889706" sldId="256"/>
            <ac:spMk id="72" creationId="{27A9C548-0579-4864-92A3-093842E89D88}"/>
          </ac:spMkLst>
        </pc:spChg>
        <pc:spChg chg="add del">
          <ac:chgData name="Huber Leon" userId="be83c947-4ae9-4fa9-80b3-c723d02a087b" providerId="ADAL" clId="{3372AF06-5843-43D2-954F-808DC0B168C3}" dt="2026-06-22T19:53:17.247" v="69" actId="26606"/>
          <ac:spMkLst>
            <pc:docMk/>
            <pc:sldMk cId="512889706" sldId="256"/>
            <ac:spMk id="73" creationId="{57525A5F-CDD4-4EB3-9187-2A0E9EA15041}"/>
          </ac:spMkLst>
        </pc:spChg>
        <pc:spChg chg="add del">
          <ac:chgData name="Huber Leon" userId="be83c947-4ae9-4fa9-80b3-c723d02a087b" providerId="ADAL" clId="{3372AF06-5843-43D2-954F-808DC0B168C3}" dt="2026-06-22T19:53:17.247" v="69" actId="26606"/>
          <ac:spMkLst>
            <pc:docMk/>
            <pc:sldMk cId="512889706" sldId="256"/>
            <ac:spMk id="74" creationId="{08F5B423-DA6A-4E80-B3CA-549A442C8FB4}"/>
          </ac:spMkLst>
        </pc:spChg>
        <pc:spChg chg="add del">
          <ac:chgData name="Huber Leon" userId="be83c947-4ae9-4fa9-80b3-c723d02a087b" providerId="ADAL" clId="{3372AF06-5843-43D2-954F-808DC0B168C3}" dt="2026-06-22T19:53:17.247" v="69" actId="26606"/>
          <ac:spMkLst>
            <pc:docMk/>
            <pc:sldMk cId="512889706" sldId="256"/>
            <ac:spMk id="75" creationId="{738170B5-3ECC-493B-85FA-6905971AD17E}"/>
          </ac:spMkLst>
        </pc:spChg>
        <pc:grpChg chg="add">
          <ac:chgData name="Huber Leon" userId="be83c947-4ae9-4fa9-80b3-c723d02a087b" providerId="ADAL" clId="{3372AF06-5843-43D2-954F-808DC0B168C3}" dt="2026-06-22T19:56:41.114" v="128" actId="26606"/>
          <ac:grpSpMkLst>
            <pc:docMk/>
            <pc:sldMk cId="512889706" sldId="256"/>
            <ac:grpSpMk id="39" creationId="{73840CF4-F848-4FE0-AEA6-C9E806911B9E}"/>
          </ac:grpSpMkLst>
        </pc:grpChg>
        <pc:picChg chg="add del mod modCrop">
          <ac:chgData name="Huber Leon" userId="be83c947-4ae9-4fa9-80b3-c723d02a087b" providerId="ADAL" clId="{3372AF06-5843-43D2-954F-808DC0B168C3}" dt="2026-06-22T20:00:01.967" v="160" actId="21"/>
          <ac:picMkLst>
            <pc:docMk/>
            <pc:sldMk cId="512889706" sldId="256"/>
            <ac:picMk id="5" creationId="{54F7CCD5-0AAD-1A7C-FC9D-2B0E836DA676}"/>
          </ac:picMkLst>
        </pc:picChg>
        <pc:picChg chg="add del mod">
          <ac:chgData name="Huber Leon" userId="be83c947-4ae9-4fa9-80b3-c723d02a087b" providerId="ADAL" clId="{3372AF06-5843-43D2-954F-808DC0B168C3}" dt="2026-06-22T19:54:16.997" v="92" actId="22"/>
          <ac:picMkLst>
            <pc:docMk/>
            <pc:sldMk cId="512889706" sldId="256"/>
            <ac:picMk id="7" creationId="{F50D7954-F47E-97BA-DBB3-D76628D769CA}"/>
          </ac:picMkLst>
        </pc:picChg>
        <pc:picChg chg="add del mod ord">
          <ac:chgData name="Huber Leon" userId="be83c947-4ae9-4fa9-80b3-c723d02a087b" providerId="ADAL" clId="{3372AF06-5843-43D2-954F-808DC0B168C3}" dt="2026-06-22T19:55:50.558" v="113" actId="22"/>
          <ac:picMkLst>
            <pc:docMk/>
            <pc:sldMk cId="512889706" sldId="256"/>
            <ac:picMk id="9" creationId="{5E8374B8-F328-E350-7B59-71808917113A}"/>
          </ac:picMkLst>
        </pc:picChg>
        <pc:picChg chg="add del">
          <ac:chgData name="Huber Leon" userId="be83c947-4ae9-4fa9-80b3-c723d02a087b" providerId="ADAL" clId="{3372AF06-5843-43D2-954F-808DC0B168C3}" dt="2026-06-22T19:55:49.502" v="108" actId="22"/>
          <ac:picMkLst>
            <pc:docMk/>
            <pc:sldMk cId="512889706" sldId="256"/>
            <ac:picMk id="13" creationId="{29EAE09D-7F94-7106-1783-DBAB49AB250D}"/>
          </ac:picMkLst>
        </pc:picChg>
        <pc:picChg chg="add mod modCrop">
          <ac:chgData name="Huber Leon" userId="be83c947-4ae9-4fa9-80b3-c723d02a087b" providerId="ADAL" clId="{3372AF06-5843-43D2-954F-808DC0B168C3}" dt="2026-06-22T20:03:17.501" v="196" actId="1076"/>
          <ac:picMkLst>
            <pc:docMk/>
            <pc:sldMk cId="512889706" sldId="256"/>
            <ac:picMk id="46" creationId="{54F7CCD5-0AAD-1A7C-FC9D-2B0E836DA676}"/>
          </ac:picMkLst>
        </pc:picChg>
        <pc:picChg chg="add mod">
          <ac:chgData name="Huber Leon" userId="be83c947-4ae9-4fa9-80b3-c723d02a087b" providerId="ADAL" clId="{3372AF06-5843-43D2-954F-808DC0B168C3}" dt="2026-06-22T20:03:02.825" v="195" actId="571"/>
          <ac:picMkLst>
            <pc:docMk/>
            <pc:sldMk cId="512889706" sldId="256"/>
            <ac:picMk id="50" creationId="{75F57100-A3ED-D074-5298-110EF9A69D0D}"/>
          </ac:picMkLst>
        </pc:picChg>
        <pc:cxnChg chg="add del">
          <ac:chgData name="Huber Leon" userId="be83c947-4ae9-4fa9-80b3-c723d02a087b" providerId="ADAL" clId="{3372AF06-5843-43D2-954F-808DC0B168C3}" dt="2026-06-22T19:56:41.114" v="128" actId="26606"/>
          <ac:cxnSpMkLst>
            <pc:docMk/>
            <pc:sldMk cId="512889706" sldId="256"/>
            <ac:cxnSpMk id="12" creationId="{A2D508B3-A66C-833E-D929-8DC211635676}"/>
          </ac:cxnSpMkLst>
        </pc:cxnChg>
        <pc:cxnChg chg="add del">
          <ac:chgData name="Huber Leon" userId="be83c947-4ae9-4fa9-80b3-c723d02a087b" providerId="ADAL" clId="{3372AF06-5843-43D2-954F-808DC0B168C3}" dt="2026-06-22T19:52:49.312" v="57" actId="26606"/>
          <ac:cxnSpMkLst>
            <pc:docMk/>
            <pc:sldMk cId="512889706" sldId="256"/>
            <ac:cxnSpMk id="26" creationId="{750527CE-FCD0-40C8-B37A-39331C2A4FDF}"/>
          </ac:cxnSpMkLst>
        </pc:cxnChg>
        <pc:cxnChg chg="add del">
          <ac:chgData name="Huber Leon" userId="be83c947-4ae9-4fa9-80b3-c723d02a087b" providerId="ADAL" clId="{3372AF06-5843-43D2-954F-808DC0B168C3}" dt="2026-06-22T19:54:13.042" v="89" actId="26606"/>
          <ac:cxnSpMkLst>
            <pc:docMk/>
            <pc:sldMk cId="512889706" sldId="256"/>
            <ac:cxnSpMk id="27" creationId="{D132AEA7-A24A-45A9-BF8F-D0AFF34DF68C}"/>
          </ac:cxnSpMkLst>
        </pc:cxnChg>
        <pc:cxnChg chg="add del">
          <ac:chgData name="Huber Leon" userId="be83c947-4ae9-4fa9-80b3-c723d02a087b" providerId="ADAL" clId="{3372AF06-5843-43D2-954F-808DC0B168C3}" dt="2026-06-22T19:53:17.543" v="71" actId="26606"/>
          <ac:cxnSpMkLst>
            <pc:docMk/>
            <pc:sldMk cId="512889706" sldId="256"/>
            <ac:cxnSpMk id="34" creationId="{9738CB9E-8778-46C8-9564-691BCFA6C74B}"/>
          </ac:cxnSpMkLst>
        </pc:cxnChg>
        <pc:cxnChg chg="add del">
          <ac:chgData name="Huber Leon" userId="be83c947-4ae9-4fa9-80b3-c723d02a087b" providerId="ADAL" clId="{3372AF06-5843-43D2-954F-808DC0B168C3}" dt="2026-06-22T19:54:16.802" v="91" actId="26606"/>
          <ac:cxnSpMkLst>
            <pc:docMk/>
            <pc:sldMk cId="512889706" sldId="256"/>
            <ac:cxnSpMk id="35" creationId="{A2D508B3-A66C-833E-D929-8DC211635676}"/>
          </ac:cxnSpMkLst>
        </pc:cxnChg>
      </pc:sldChg>
      <pc:sldChg chg="addSp delSp modSp new mod modTransition setBg delAnim modAnim modNotesTx">
        <pc:chgData name="Huber Leon" userId="be83c947-4ae9-4fa9-80b3-c723d02a087b" providerId="ADAL" clId="{3372AF06-5843-43D2-954F-808DC0B168C3}" dt="2026-06-22T23:24:56.642" v="3309" actId="22"/>
        <pc:sldMkLst>
          <pc:docMk/>
          <pc:sldMk cId="745346021" sldId="257"/>
        </pc:sldMkLst>
        <pc:spChg chg="mod">
          <ac:chgData name="Huber Leon" userId="be83c947-4ae9-4fa9-80b3-c723d02a087b" providerId="ADAL" clId="{3372AF06-5843-43D2-954F-808DC0B168C3}" dt="2026-06-22T20:25:18.597" v="1253" actId="26606"/>
          <ac:spMkLst>
            <pc:docMk/>
            <pc:sldMk cId="745346021" sldId="257"/>
            <ac:spMk id="2" creationId="{C4587936-8EF8-D931-5B5D-A25D955A527B}"/>
          </ac:spMkLst>
        </pc:spChg>
        <pc:spChg chg="add del mod">
          <ac:chgData name="Huber Leon" userId="be83c947-4ae9-4fa9-80b3-c723d02a087b" providerId="ADAL" clId="{3372AF06-5843-43D2-954F-808DC0B168C3}" dt="2026-06-22T20:25:18.597" v="1253" actId="26606"/>
          <ac:spMkLst>
            <pc:docMk/>
            <pc:sldMk cId="745346021" sldId="257"/>
            <ac:spMk id="3" creationId="{A763D5AD-3077-5781-588C-A31E4441E8C7}"/>
          </ac:spMkLst>
        </pc:spChg>
        <pc:spChg chg="add del">
          <ac:chgData name="Huber Leon" userId="be83c947-4ae9-4fa9-80b3-c723d02a087b" providerId="ADAL" clId="{3372AF06-5843-43D2-954F-808DC0B168C3}" dt="2026-06-22T20:23:20.180" v="1211" actId="26606"/>
          <ac:spMkLst>
            <pc:docMk/>
            <pc:sldMk cId="745346021" sldId="257"/>
            <ac:spMk id="9" creationId="{60B7752B-728D-4CA3-8923-C4F7F77029E3}"/>
          </ac:spMkLst>
        </pc:spChg>
        <pc:spChg chg="add del">
          <ac:chgData name="Huber Leon" userId="be83c947-4ae9-4fa9-80b3-c723d02a087b" providerId="ADAL" clId="{3372AF06-5843-43D2-954F-808DC0B168C3}" dt="2026-06-22T20:23:35.278" v="1213" actId="26606"/>
          <ac:spMkLst>
            <pc:docMk/>
            <pc:sldMk cId="745346021" sldId="257"/>
            <ac:spMk id="10" creationId="{60B7752B-728D-4CA3-8923-C4F7F77029E3}"/>
          </ac:spMkLst>
        </pc:spChg>
        <pc:spChg chg="add del">
          <ac:chgData name="Huber Leon" userId="be83c947-4ae9-4fa9-80b3-c723d02a087b" providerId="ADAL" clId="{3372AF06-5843-43D2-954F-808DC0B168C3}" dt="2026-06-22T20:23:20.180" v="1211" actId="26606"/>
          <ac:spMkLst>
            <pc:docMk/>
            <pc:sldMk cId="745346021" sldId="257"/>
            <ac:spMk id="11" creationId="{88392DC7-0988-443B-A0D0-E726C7DB622B}"/>
          </ac:spMkLst>
        </pc:spChg>
        <pc:spChg chg="add del">
          <ac:chgData name="Huber Leon" userId="be83c947-4ae9-4fa9-80b3-c723d02a087b" providerId="ADAL" clId="{3372AF06-5843-43D2-954F-808DC0B168C3}" dt="2026-06-22T20:23:35.278" v="1213" actId="26606"/>
          <ac:spMkLst>
            <pc:docMk/>
            <pc:sldMk cId="745346021" sldId="257"/>
            <ac:spMk id="12" creationId="{429899A3-416E-4DB5-846D-023526052013}"/>
          </ac:spMkLst>
        </pc:spChg>
        <pc:spChg chg="add del">
          <ac:chgData name="Huber Leon" userId="be83c947-4ae9-4fa9-80b3-c723d02a087b" providerId="ADAL" clId="{3372AF06-5843-43D2-954F-808DC0B168C3}" dt="2026-06-22T20:24:39.179" v="1217" actId="26606"/>
          <ac:spMkLst>
            <pc:docMk/>
            <pc:sldMk cId="745346021" sldId="257"/>
            <ac:spMk id="15" creationId="{60B7752B-728D-4CA3-8923-C4F7F77029E3}"/>
          </ac:spMkLst>
        </pc:spChg>
        <pc:spChg chg="add del">
          <ac:chgData name="Huber Leon" userId="be83c947-4ae9-4fa9-80b3-c723d02a087b" providerId="ADAL" clId="{3372AF06-5843-43D2-954F-808DC0B168C3}" dt="2026-06-22T20:24:39.179" v="1217" actId="26606"/>
          <ac:spMkLst>
            <pc:docMk/>
            <pc:sldMk cId="745346021" sldId="257"/>
            <ac:spMk id="16" creationId="{88392DC7-0988-443B-A0D0-E726C7DB622B}"/>
          </ac:spMkLst>
        </pc:spChg>
        <pc:spChg chg="add del">
          <ac:chgData name="Huber Leon" userId="be83c947-4ae9-4fa9-80b3-c723d02a087b" providerId="ADAL" clId="{3372AF06-5843-43D2-954F-808DC0B168C3}" dt="2026-06-22T20:24:55.436" v="1220" actId="26606"/>
          <ac:spMkLst>
            <pc:docMk/>
            <pc:sldMk cId="745346021" sldId="257"/>
            <ac:spMk id="18" creationId="{A5931BE0-4B93-4D6C-878E-ACC59D6B4587}"/>
          </ac:spMkLst>
        </pc:spChg>
        <pc:spChg chg="add del">
          <ac:chgData name="Huber Leon" userId="be83c947-4ae9-4fa9-80b3-c723d02a087b" providerId="ADAL" clId="{3372AF06-5843-43D2-954F-808DC0B168C3}" dt="2026-06-22T20:24:55.436" v="1220" actId="26606"/>
          <ac:spMkLst>
            <pc:docMk/>
            <pc:sldMk cId="745346021" sldId="257"/>
            <ac:spMk id="19" creationId="{DE950493-A53F-4D4C-9157-A238C4B2A731}"/>
          </ac:spMkLst>
        </pc:spChg>
        <pc:spChg chg="add del">
          <ac:chgData name="Huber Leon" userId="be83c947-4ae9-4fa9-80b3-c723d02a087b" providerId="ADAL" clId="{3372AF06-5843-43D2-954F-808DC0B168C3}" dt="2026-06-22T20:24:55.436" v="1220" actId="26606"/>
          <ac:spMkLst>
            <pc:docMk/>
            <pc:sldMk cId="745346021" sldId="257"/>
            <ac:spMk id="23" creationId="{D20AE261-8977-4583-A036-88CC1CE1AEBF}"/>
          </ac:spMkLst>
        </pc:spChg>
        <pc:spChg chg="add del">
          <ac:chgData name="Huber Leon" userId="be83c947-4ae9-4fa9-80b3-c723d02a087b" providerId="ADAL" clId="{3372AF06-5843-43D2-954F-808DC0B168C3}" dt="2026-06-22T20:25:18.597" v="1253" actId="26606"/>
          <ac:spMkLst>
            <pc:docMk/>
            <pc:sldMk cId="745346021" sldId="257"/>
            <ac:spMk id="24" creationId="{60B7752B-728D-4CA3-8923-C4F7F77029E3}"/>
          </ac:spMkLst>
        </pc:spChg>
        <pc:spChg chg="add del">
          <ac:chgData name="Huber Leon" userId="be83c947-4ae9-4fa9-80b3-c723d02a087b" providerId="ADAL" clId="{3372AF06-5843-43D2-954F-808DC0B168C3}" dt="2026-06-22T20:25:18.597" v="1253" actId="26606"/>
          <ac:spMkLst>
            <pc:docMk/>
            <pc:sldMk cId="745346021" sldId="257"/>
            <ac:spMk id="25" creationId="{88392DC7-0988-443B-A0D0-E726C7DB622B}"/>
          </ac:spMkLst>
        </pc:spChg>
        <pc:spChg chg="add del mod">
          <ac:chgData name="Huber Leon" userId="be83c947-4ae9-4fa9-80b3-c723d02a087b" providerId="ADAL" clId="{3372AF06-5843-43D2-954F-808DC0B168C3}" dt="2026-06-22T20:25:04.056" v="1224" actId="478"/>
          <ac:spMkLst>
            <pc:docMk/>
            <pc:sldMk cId="745346021" sldId="257"/>
            <ac:spMk id="28" creationId="{36192272-D9E6-19BF-E176-1C733C769DB4}"/>
          </ac:spMkLst>
        </pc:spChg>
        <pc:spChg chg="add del mod">
          <ac:chgData name="Huber Leon" userId="be83c947-4ae9-4fa9-80b3-c723d02a087b" providerId="ADAL" clId="{3372AF06-5843-43D2-954F-808DC0B168C3}" dt="2026-06-22T20:27:08.109" v="1381" actId="478"/>
          <ac:spMkLst>
            <pc:docMk/>
            <pc:sldMk cId="745346021" sldId="257"/>
            <ac:spMk id="30" creationId="{BB61178A-EE59-D59B-3772-981BFC9F4A53}"/>
          </ac:spMkLst>
        </pc:spChg>
        <pc:grpChg chg="add del">
          <ac:chgData name="Huber Leon" userId="be83c947-4ae9-4fa9-80b3-c723d02a087b" providerId="ADAL" clId="{3372AF06-5843-43D2-954F-808DC0B168C3}" dt="2026-06-22T20:24:55.436" v="1220" actId="26606"/>
          <ac:grpSpMkLst>
            <pc:docMk/>
            <pc:sldMk cId="745346021" sldId="257"/>
            <ac:grpSpMk id="21" creationId="{FF1EAF9B-8869-450E-98BF-FD6EA6564B03}"/>
          </ac:grpSpMkLst>
        </pc:grpChg>
        <pc:graphicFrameChg chg="add del">
          <ac:chgData name="Huber Leon" userId="be83c947-4ae9-4fa9-80b3-c723d02a087b" providerId="ADAL" clId="{3372AF06-5843-43D2-954F-808DC0B168C3}" dt="2026-06-22T20:23:20.180" v="1211" actId="26606"/>
          <ac:graphicFrameMkLst>
            <pc:docMk/>
            <pc:sldMk cId="745346021" sldId="257"/>
            <ac:graphicFrameMk id="7" creationId="{E1F646F7-564B-7776-B041-AD206A2A330C}"/>
          </ac:graphicFrameMkLst>
        </pc:graphicFrameChg>
        <pc:graphicFrameChg chg="add del">
          <ac:chgData name="Huber Leon" userId="be83c947-4ae9-4fa9-80b3-c723d02a087b" providerId="ADAL" clId="{3372AF06-5843-43D2-954F-808DC0B168C3}" dt="2026-06-22T20:23:35.278" v="1213" actId="26606"/>
          <ac:graphicFrameMkLst>
            <pc:docMk/>
            <pc:sldMk cId="745346021" sldId="257"/>
            <ac:graphicFrameMk id="13" creationId="{F6667038-8488-9490-9932-2B99FEFB5FD6}"/>
          </ac:graphicFrameMkLst>
        </pc:graphicFrameChg>
        <pc:graphicFrameChg chg="add del mod">
          <ac:chgData name="Huber Leon" userId="be83c947-4ae9-4fa9-80b3-c723d02a087b" providerId="ADAL" clId="{3372AF06-5843-43D2-954F-808DC0B168C3}" dt="2026-06-22T20:24:39.179" v="1217" actId="26606"/>
          <ac:graphicFrameMkLst>
            <pc:docMk/>
            <pc:sldMk cId="745346021" sldId="257"/>
            <ac:graphicFrameMk id="17" creationId="{02A9C416-FE24-63B9-272F-BCAB7C67EAED}"/>
          </ac:graphicFrameMkLst>
        </pc:graphicFrameChg>
        <pc:graphicFrameChg chg="add del mod modGraphic">
          <ac:chgData name="Huber Leon" userId="be83c947-4ae9-4fa9-80b3-c723d02a087b" providerId="ADAL" clId="{3372AF06-5843-43D2-954F-808DC0B168C3}" dt="2026-06-22T20:31:13.561" v="1399"/>
          <ac:graphicFrameMkLst>
            <pc:docMk/>
            <pc:sldMk cId="745346021" sldId="257"/>
            <ac:graphicFrameMk id="26" creationId="{E9867878-A2E0-6A9B-4D9C-F86201DE8418}"/>
          </ac:graphicFrameMkLst>
        </pc:graphicFrameChg>
        <pc:picChg chg="add del mod modCrop">
          <ac:chgData name="Huber Leon" userId="be83c947-4ae9-4fa9-80b3-c723d02a087b" providerId="ADAL" clId="{3372AF06-5843-43D2-954F-808DC0B168C3}" dt="2026-06-22T20:08:46.664" v="311" actId="21"/>
          <ac:picMkLst>
            <pc:docMk/>
            <pc:sldMk cId="745346021" sldId="257"/>
            <ac:picMk id="5" creationId="{385F64CC-D664-225F-FF55-B5D011BE0333}"/>
          </ac:picMkLst>
        </pc:picChg>
        <pc:picChg chg="add del mod">
          <ac:chgData name="Huber Leon" userId="be83c947-4ae9-4fa9-80b3-c723d02a087b" providerId="ADAL" clId="{3372AF06-5843-43D2-954F-808DC0B168C3}" dt="2026-06-22T20:10:02.682" v="339" actId="21"/>
          <ac:picMkLst>
            <pc:docMk/>
            <pc:sldMk cId="745346021" sldId="257"/>
            <ac:picMk id="6" creationId="{385F64CC-D664-225F-FF55-B5D011BE0333}"/>
          </ac:picMkLst>
        </pc:picChg>
        <pc:picChg chg="add del">
          <ac:chgData name="Huber Leon" userId="be83c947-4ae9-4fa9-80b3-c723d02a087b" providerId="ADAL" clId="{3372AF06-5843-43D2-954F-808DC0B168C3}" dt="2026-06-22T20:20:00.491" v="942" actId="478"/>
          <ac:picMkLst>
            <pc:docMk/>
            <pc:sldMk cId="745346021" sldId="257"/>
            <ac:picMk id="8" creationId="{778F3604-A569-7635-B27D-68738EF12CE9}"/>
          </ac:picMkLst>
        </pc:picChg>
        <pc:picChg chg="add del">
          <ac:chgData name="Huber Leon" userId="be83c947-4ae9-4fa9-80b3-c723d02a087b" providerId="ADAL" clId="{3372AF06-5843-43D2-954F-808DC0B168C3}" dt="2026-06-22T20:24:55.436" v="1220" actId="26606"/>
          <ac:picMkLst>
            <pc:docMk/>
            <pc:sldMk cId="745346021" sldId="257"/>
            <ac:picMk id="20" creationId="{1278F0F3-9149-5234-EFC9-F256D39D3DCE}"/>
          </ac:picMkLst>
        </pc:picChg>
        <pc:picChg chg="add">
          <ac:chgData name="Huber Leon" userId="be83c947-4ae9-4fa9-80b3-c723d02a087b" providerId="ADAL" clId="{3372AF06-5843-43D2-954F-808DC0B168C3}" dt="2026-06-22T20:30:50.466" v="1389"/>
          <ac:picMkLst>
            <pc:docMk/>
            <pc:sldMk cId="745346021" sldId="257"/>
            <ac:picMk id="31" creationId="{F1BA38B8-1BCD-9DC5-95BF-5ABA47E24B62}"/>
          </ac:picMkLst>
        </pc:picChg>
        <pc:picChg chg="add">
          <ac:chgData name="Huber Leon" userId="be83c947-4ae9-4fa9-80b3-c723d02a087b" providerId="ADAL" clId="{3372AF06-5843-43D2-954F-808DC0B168C3}" dt="2026-06-22T20:30:52.036" v="1390"/>
          <ac:picMkLst>
            <pc:docMk/>
            <pc:sldMk cId="745346021" sldId="257"/>
            <ac:picMk id="32" creationId="{4AED0DDC-D0A1-3BEB-A7F3-3B4DE107A68B}"/>
          </ac:picMkLst>
        </pc:picChg>
        <pc:picChg chg="add del mod">
          <ac:chgData name="Huber Leon" userId="be83c947-4ae9-4fa9-80b3-c723d02a087b" providerId="ADAL" clId="{3372AF06-5843-43D2-954F-808DC0B168C3}" dt="2026-06-22T20:31:02.890" v="1394" actId="478"/>
          <ac:picMkLst>
            <pc:docMk/>
            <pc:sldMk cId="745346021" sldId="257"/>
            <ac:picMk id="33" creationId="{64CDA7E1-D033-865D-12BD-C9C27A887D19}"/>
          </ac:picMkLst>
        </pc:picChg>
        <pc:picChg chg="add del mod">
          <ac:chgData name="Huber Leon" userId="be83c947-4ae9-4fa9-80b3-c723d02a087b" providerId="ADAL" clId="{3372AF06-5843-43D2-954F-808DC0B168C3}" dt="2026-06-22T20:31:12.884" v="1398" actId="21"/>
          <ac:picMkLst>
            <pc:docMk/>
            <pc:sldMk cId="745346021" sldId="257"/>
            <ac:picMk id="35" creationId="{528D3530-BF83-3E32-E9D9-8DD3E630B5AF}"/>
          </ac:picMkLst>
        </pc:picChg>
        <pc:picChg chg="add mod">
          <ac:chgData name="Huber Leon" userId="be83c947-4ae9-4fa9-80b3-c723d02a087b" providerId="ADAL" clId="{3372AF06-5843-43D2-954F-808DC0B168C3}" dt="2026-06-22T21:43:20.033" v="3265" actId="1076"/>
          <ac:picMkLst>
            <pc:docMk/>
            <pc:sldMk cId="745346021" sldId="257"/>
            <ac:picMk id="36" creationId="{EC420CBF-AB41-1894-8DFB-A41586347183}"/>
          </ac:picMkLst>
        </pc:picChg>
        <pc:picChg chg="add del">
          <ac:chgData name="Huber Leon" userId="be83c947-4ae9-4fa9-80b3-c723d02a087b" providerId="ADAL" clId="{3372AF06-5843-43D2-954F-808DC0B168C3}" dt="2026-06-22T23:24:56.642" v="3309" actId="22"/>
          <ac:picMkLst>
            <pc:docMk/>
            <pc:sldMk cId="745346021" sldId="257"/>
            <ac:picMk id="38" creationId="{D48553BC-D219-C44D-8E0D-CDEB50F1EBA3}"/>
          </ac:picMkLst>
        </pc:picChg>
      </pc:sldChg>
      <pc:sldChg chg="new add del">
        <pc:chgData name="Huber Leon" userId="be83c947-4ae9-4fa9-80b3-c723d02a087b" providerId="ADAL" clId="{3372AF06-5843-43D2-954F-808DC0B168C3}" dt="2026-06-22T19:53:17.810" v="73" actId="680"/>
        <pc:sldMkLst>
          <pc:docMk/>
          <pc:sldMk cId="1581880732" sldId="257"/>
        </pc:sldMkLst>
      </pc:sldChg>
      <pc:sldChg chg="new del">
        <pc:chgData name="Huber Leon" userId="be83c947-4ae9-4fa9-80b3-c723d02a087b" providerId="ADAL" clId="{3372AF06-5843-43D2-954F-808DC0B168C3}" dt="2026-06-22T19:53:17.408" v="70" actId="680"/>
        <pc:sldMkLst>
          <pc:docMk/>
          <pc:sldMk cId="2445781873" sldId="257"/>
        </pc:sldMkLst>
      </pc:sldChg>
      <pc:sldChg chg="new add del">
        <pc:chgData name="Huber Leon" userId="be83c947-4ae9-4fa9-80b3-c723d02a087b" providerId="ADAL" clId="{3372AF06-5843-43D2-954F-808DC0B168C3}" dt="2026-06-22T19:53:18.483" v="75" actId="680"/>
        <pc:sldMkLst>
          <pc:docMk/>
          <pc:sldMk cId="3319708719" sldId="257"/>
        </pc:sldMkLst>
      </pc:sldChg>
      <pc:sldChg chg="addSp delSp modSp new del mod modNotesTx">
        <pc:chgData name="Huber Leon" userId="be83c947-4ae9-4fa9-80b3-c723d02a087b" providerId="ADAL" clId="{3372AF06-5843-43D2-954F-808DC0B168C3}" dt="2026-06-22T20:42:45.633" v="1851" actId="47"/>
        <pc:sldMkLst>
          <pc:docMk/>
          <pc:sldMk cId="1128090324" sldId="258"/>
        </pc:sldMkLst>
        <pc:spChg chg="mod">
          <ac:chgData name="Huber Leon" userId="be83c947-4ae9-4fa9-80b3-c723d02a087b" providerId="ADAL" clId="{3372AF06-5843-43D2-954F-808DC0B168C3}" dt="2026-06-22T20:34:07.837" v="1438" actId="20577"/>
          <ac:spMkLst>
            <pc:docMk/>
            <pc:sldMk cId="1128090324" sldId="258"/>
            <ac:spMk id="2" creationId="{3D9A06F7-002A-1ACA-8E48-5E90BECE02A2}"/>
          </ac:spMkLst>
        </pc:spChg>
        <pc:spChg chg="del">
          <ac:chgData name="Huber Leon" userId="be83c947-4ae9-4fa9-80b3-c723d02a087b" providerId="ADAL" clId="{3372AF06-5843-43D2-954F-808DC0B168C3}" dt="2026-06-22T20:34:09.210" v="1439" actId="22"/>
          <ac:spMkLst>
            <pc:docMk/>
            <pc:sldMk cId="1128090324" sldId="258"/>
            <ac:spMk id="3" creationId="{59B8DDBA-BB67-2CB4-7103-27DFAF70A2B9}"/>
          </ac:spMkLst>
        </pc:spChg>
        <pc:picChg chg="add mod ord modCrop">
          <ac:chgData name="Huber Leon" userId="be83c947-4ae9-4fa9-80b3-c723d02a087b" providerId="ADAL" clId="{3372AF06-5843-43D2-954F-808DC0B168C3}" dt="2026-06-22T20:34:54.622" v="1452" actId="14100"/>
          <ac:picMkLst>
            <pc:docMk/>
            <pc:sldMk cId="1128090324" sldId="258"/>
            <ac:picMk id="5" creationId="{3DE8BDE0-BD3F-3591-17A0-64EB337C7B8C}"/>
          </ac:picMkLst>
        </pc:picChg>
      </pc:sldChg>
      <pc:sldChg chg="new del">
        <pc:chgData name="Huber Leon" userId="be83c947-4ae9-4fa9-80b3-c723d02a087b" providerId="ADAL" clId="{3372AF06-5843-43D2-954F-808DC0B168C3}" dt="2026-06-22T19:53:17.033" v="68" actId="680"/>
        <pc:sldMkLst>
          <pc:docMk/>
          <pc:sldMk cId="1185391377" sldId="258"/>
        </pc:sldMkLst>
      </pc:sldChg>
      <pc:sldChg chg="addSp delSp add del setBg delDesignElem">
        <pc:chgData name="Huber Leon" userId="be83c947-4ae9-4fa9-80b3-c723d02a087b" providerId="ADAL" clId="{3372AF06-5843-43D2-954F-808DC0B168C3}" dt="2026-06-22T20:33:08.308" v="1402"/>
        <pc:sldMkLst>
          <pc:docMk/>
          <pc:sldMk cId="1198125019" sldId="258"/>
        </pc:sldMkLst>
        <pc:spChg chg="add del">
          <ac:chgData name="Huber Leon" userId="be83c947-4ae9-4fa9-80b3-c723d02a087b" providerId="ADAL" clId="{3372AF06-5843-43D2-954F-808DC0B168C3}" dt="2026-06-22T20:33:08.308" v="1402"/>
          <ac:spMkLst>
            <pc:docMk/>
            <pc:sldMk cId="1198125019" sldId="258"/>
            <ac:spMk id="24" creationId="{F9DA2C78-CA15-5987-F097-317E9EB40836}"/>
          </ac:spMkLst>
        </pc:spChg>
        <pc:spChg chg="add del">
          <ac:chgData name="Huber Leon" userId="be83c947-4ae9-4fa9-80b3-c723d02a087b" providerId="ADAL" clId="{3372AF06-5843-43D2-954F-808DC0B168C3}" dt="2026-06-22T20:33:08.308" v="1402"/>
          <ac:spMkLst>
            <pc:docMk/>
            <pc:sldMk cId="1198125019" sldId="258"/>
            <ac:spMk id="25" creationId="{E8C943E4-483B-937F-196F-9F0E65C90184}"/>
          </ac:spMkLst>
        </pc:spChg>
      </pc:sldChg>
      <pc:sldChg chg="modSp add mod modTransition modNotesTx">
        <pc:chgData name="Huber Leon" userId="be83c947-4ae9-4fa9-80b3-c723d02a087b" providerId="ADAL" clId="{3372AF06-5843-43D2-954F-808DC0B168C3}" dt="2026-06-22T23:33:05.075" v="4009" actId="732"/>
        <pc:sldMkLst>
          <pc:docMk/>
          <pc:sldMk cId="339112131" sldId="259"/>
        </pc:sldMkLst>
        <pc:spChg chg="mod">
          <ac:chgData name="Huber Leon" userId="be83c947-4ae9-4fa9-80b3-c723d02a087b" providerId="ADAL" clId="{3372AF06-5843-43D2-954F-808DC0B168C3}" dt="2026-06-22T20:50:00.356" v="2392" actId="20577"/>
          <ac:spMkLst>
            <pc:docMk/>
            <pc:sldMk cId="339112131" sldId="259"/>
            <ac:spMk id="2" creationId="{3BDFBA5B-BF1A-F002-44FE-C808DFBA45B4}"/>
          </ac:spMkLst>
        </pc:spChg>
        <pc:picChg chg="mod modCrop">
          <ac:chgData name="Huber Leon" userId="be83c947-4ae9-4fa9-80b3-c723d02a087b" providerId="ADAL" clId="{3372AF06-5843-43D2-954F-808DC0B168C3}" dt="2026-06-22T23:33:05.075" v="4009" actId="732"/>
          <ac:picMkLst>
            <pc:docMk/>
            <pc:sldMk cId="339112131" sldId="259"/>
            <ac:picMk id="5" creationId="{D7B8D54C-7007-1955-D74D-B9E9DD41B811}"/>
          </ac:picMkLst>
        </pc:picChg>
      </pc:sldChg>
      <pc:sldChg chg="modSp add mod modTransition modNotesTx">
        <pc:chgData name="Huber Leon" userId="be83c947-4ae9-4fa9-80b3-c723d02a087b" providerId="ADAL" clId="{3372AF06-5843-43D2-954F-808DC0B168C3}" dt="2026-06-22T21:19:40.412" v="3259" actId="20577"/>
        <pc:sldMkLst>
          <pc:docMk/>
          <pc:sldMk cId="2883704490" sldId="260"/>
        </pc:sldMkLst>
        <pc:spChg chg="mod">
          <ac:chgData name="Huber Leon" userId="be83c947-4ae9-4fa9-80b3-c723d02a087b" providerId="ADAL" clId="{3372AF06-5843-43D2-954F-808DC0B168C3}" dt="2026-06-22T20:50:04.557" v="2398" actId="20577"/>
          <ac:spMkLst>
            <pc:docMk/>
            <pc:sldMk cId="2883704490" sldId="260"/>
            <ac:spMk id="2" creationId="{5952A011-7A7E-DB15-210A-F9B8E4C3BE0E}"/>
          </ac:spMkLst>
        </pc:spChg>
        <pc:picChg chg="mod">
          <ac:chgData name="Huber Leon" userId="be83c947-4ae9-4fa9-80b3-c723d02a087b" providerId="ADAL" clId="{3372AF06-5843-43D2-954F-808DC0B168C3}" dt="2026-06-22T20:55:50.116" v="2478" actId="14826"/>
          <ac:picMkLst>
            <pc:docMk/>
            <pc:sldMk cId="2883704490" sldId="260"/>
            <ac:picMk id="5" creationId="{AD8AD158-FEA7-1D8F-DECF-B57DC1AD0972}"/>
          </ac:picMkLst>
        </pc:picChg>
      </pc:sldChg>
      <pc:sldChg chg="addSp delSp modSp add mod modTransition modNotesTx">
        <pc:chgData name="Huber Leon" userId="be83c947-4ae9-4fa9-80b3-c723d02a087b" providerId="ADAL" clId="{3372AF06-5843-43D2-954F-808DC0B168C3}" dt="2026-06-22T21:05:48.005" v="2546" actId="14826"/>
        <pc:sldMkLst>
          <pc:docMk/>
          <pc:sldMk cId="778597021" sldId="261"/>
        </pc:sldMkLst>
        <pc:spChg chg="mod">
          <ac:chgData name="Huber Leon" userId="be83c947-4ae9-4fa9-80b3-c723d02a087b" providerId="ADAL" clId="{3372AF06-5843-43D2-954F-808DC0B168C3}" dt="2026-06-22T20:50:20.629" v="2452" actId="20577"/>
          <ac:spMkLst>
            <pc:docMk/>
            <pc:sldMk cId="778597021" sldId="261"/>
            <ac:spMk id="2" creationId="{4128012C-2C3A-8352-5118-770B00DB105A}"/>
          </ac:spMkLst>
        </pc:spChg>
        <pc:spChg chg="add del mod">
          <ac:chgData name="Huber Leon" userId="be83c947-4ae9-4fa9-80b3-c723d02a087b" providerId="ADAL" clId="{3372AF06-5843-43D2-954F-808DC0B168C3}" dt="2026-06-22T20:50:36.066" v="2457" actId="22"/>
          <ac:spMkLst>
            <pc:docMk/>
            <pc:sldMk cId="778597021" sldId="261"/>
            <ac:spMk id="4" creationId="{D36DE1B7-3FEF-0850-4670-5EBD009AFE36}"/>
          </ac:spMkLst>
        </pc:spChg>
        <pc:picChg chg="del mod">
          <ac:chgData name="Huber Leon" userId="be83c947-4ae9-4fa9-80b3-c723d02a087b" providerId="ADAL" clId="{3372AF06-5843-43D2-954F-808DC0B168C3}" dt="2026-06-22T20:50:29.507" v="2454" actId="478"/>
          <ac:picMkLst>
            <pc:docMk/>
            <pc:sldMk cId="778597021" sldId="261"/>
            <ac:picMk id="5" creationId="{93D89D9D-9F3F-A280-1DAE-DDB08DDCF87E}"/>
          </ac:picMkLst>
        </pc:picChg>
        <pc:picChg chg="add del">
          <ac:chgData name="Huber Leon" userId="be83c947-4ae9-4fa9-80b3-c723d02a087b" providerId="ADAL" clId="{3372AF06-5843-43D2-954F-808DC0B168C3}" dt="2026-06-22T20:50:34.351" v="2456" actId="478"/>
          <ac:picMkLst>
            <pc:docMk/>
            <pc:sldMk cId="778597021" sldId="261"/>
            <ac:picMk id="7" creationId="{44036572-F2F6-2495-D144-2372F9CD24F2}"/>
          </ac:picMkLst>
        </pc:picChg>
        <pc:picChg chg="add mod ord">
          <ac:chgData name="Huber Leon" userId="be83c947-4ae9-4fa9-80b3-c723d02a087b" providerId="ADAL" clId="{3372AF06-5843-43D2-954F-808DC0B168C3}" dt="2026-06-22T21:05:48.005" v="2546" actId="14826"/>
          <ac:picMkLst>
            <pc:docMk/>
            <pc:sldMk cId="778597021" sldId="261"/>
            <ac:picMk id="9" creationId="{6836631F-AA01-605D-DFED-ADCE74E158AF}"/>
          </ac:picMkLst>
        </pc:picChg>
      </pc:sldChg>
      <pc:sldChg chg="addSp delSp modSp add mod modTransition modNotesTx">
        <pc:chgData name="Huber Leon" userId="be83c947-4ae9-4fa9-80b3-c723d02a087b" providerId="ADAL" clId="{3372AF06-5843-43D2-954F-808DC0B168C3}" dt="2026-06-23T00:03:26.415" v="4058" actId="478"/>
        <pc:sldMkLst>
          <pc:docMk/>
          <pc:sldMk cId="3796974777" sldId="262"/>
        </pc:sldMkLst>
        <pc:spChg chg="del">
          <ac:chgData name="Huber Leon" userId="be83c947-4ae9-4fa9-80b3-c723d02a087b" providerId="ADAL" clId="{3372AF06-5843-43D2-954F-808DC0B168C3}" dt="2026-06-22T20:51:00.924" v="2461" actId="478"/>
          <ac:spMkLst>
            <pc:docMk/>
            <pc:sldMk cId="3796974777" sldId="262"/>
            <ac:spMk id="2" creationId="{4057BCC4-70BA-E37A-E104-2741730B93D3}"/>
          </ac:spMkLst>
        </pc:spChg>
        <pc:spChg chg="add del mod">
          <ac:chgData name="Huber Leon" userId="be83c947-4ae9-4fa9-80b3-c723d02a087b" providerId="ADAL" clId="{3372AF06-5843-43D2-954F-808DC0B168C3}" dt="2026-06-22T20:51:02.907" v="2462" actId="478"/>
          <ac:spMkLst>
            <pc:docMk/>
            <pc:sldMk cId="3796974777" sldId="262"/>
            <ac:spMk id="4" creationId="{B25B6028-A585-3C7C-E2D0-9C3E3B658646}"/>
          </ac:spMkLst>
        </pc:spChg>
        <pc:picChg chg="add del mod">
          <ac:chgData name="Huber Leon" userId="be83c947-4ae9-4fa9-80b3-c723d02a087b" providerId="ADAL" clId="{3372AF06-5843-43D2-954F-808DC0B168C3}" dt="2026-06-23T00:03:26.415" v="4058" actId="478"/>
          <ac:picMkLst>
            <pc:docMk/>
            <pc:sldMk cId="3796974777" sldId="262"/>
            <ac:picMk id="6" creationId="{05281EFC-7BE2-6725-CE97-CCB620BB38A2}"/>
          </ac:picMkLst>
        </pc:picChg>
        <pc:picChg chg="mod">
          <ac:chgData name="Huber Leon" userId="be83c947-4ae9-4fa9-80b3-c723d02a087b" providerId="ADAL" clId="{3372AF06-5843-43D2-954F-808DC0B168C3}" dt="2026-06-22T21:05:45.226" v="2545" actId="14826"/>
          <ac:picMkLst>
            <pc:docMk/>
            <pc:sldMk cId="3796974777" sldId="262"/>
            <ac:picMk id="9" creationId="{E94BDC3C-43A8-7E26-ECBC-A711ADEDCB45}"/>
          </ac:picMkLst>
        </pc:picChg>
      </pc:sldChg>
      <pc:sldChg chg="add del">
        <pc:chgData name="Huber Leon" userId="be83c947-4ae9-4fa9-80b3-c723d02a087b" providerId="ADAL" clId="{3372AF06-5843-43D2-954F-808DC0B168C3}" dt="2026-06-22T21:01:15.206" v="2507" actId="47"/>
        <pc:sldMkLst>
          <pc:docMk/>
          <pc:sldMk cId="597743426" sldId="263"/>
        </pc:sldMkLst>
      </pc:sldChg>
      <pc:sldChg chg="addSp delSp modSp add del mod modNotesTx">
        <pc:chgData name="Huber Leon" userId="be83c947-4ae9-4fa9-80b3-c723d02a087b" providerId="ADAL" clId="{3372AF06-5843-43D2-954F-808DC0B168C3}" dt="2026-06-22T21:15:33.743" v="3044" actId="14826"/>
        <pc:sldMkLst>
          <pc:docMk/>
          <pc:sldMk cId="4100904227" sldId="263"/>
        </pc:sldMkLst>
        <pc:spChg chg="mod">
          <ac:chgData name="Huber Leon" userId="be83c947-4ae9-4fa9-80b3-c723d02a087b" providerId="ADAL" clId="{3372AF06-5843-43D2-954F-808DC0B168C3}" dt="2026-06-22T21:02:05.987" v="2520" actId="20577"/>
          <ac:spMkLst>
            <pc:docMk/>
            <pc:sldMk cId="4100904227" sldId="263"/>
            <ac:spMk id="2" creationId="{4BC1A2EC-D92F-5390-E662-2B547AEC7D64}"/>
          </ac:spMkLst>
        </pc:spChg>
        <pc:spChg chg="add del mod">
          <ac:chgData name="Huber Leon" userId="be83c947-4ae9-4fa9-80b3-c723d02a087b" providerId="ADAL" clId="{3372AF06-5843-43D2-954F-808DC0B168C3}" dt="2026-06-22T21:02:27.793" v="2528" actId="22"/>
          <ac:spMkLst>
            <pc:docMk/>
            <pc:sldMk cId="4100904227" sldId="263"/>
            <ac:spMk id="4" creationId="{58B5BC0A-6861-47C7-A3EC-1DFA3FC01362}"/>
          </ac:spMkLst>
        </pc:spChg>
        <pc:picChg chg="add del">
          <ac:chgData name="Huber Leon" userId="be83c947-4ae9-4fa9-80b3-c723d02a087b" providerId="ADAL" clId="{3372AF06-5843-43D2-954F-808DC0B168C3}" dt="2026-06-22T21:02:26.750" v="2527" actId="22"/>
          <ac:picMkLst>
            <pc:docMk/>
            <pc:sldMk cId="4100904227" sldId="263"/>
            <ac:picMk id="6" creationId="{03FF3186-7A50-BFCC-D71E-CE7218D52221}"/>
          </ac:picMkLst>
        </pc:picChg>
        <pc:picChg chg="add mod ord">
          <ac:chgData name="Huber Leon" userId="be83c947-4ae9-4fa9-80b3-c723d02a087b" providerId="ADAL" clId="{3372AF06-5843-43D2-954F-808DC0B168C3}" dt="2026-06-22T21:15:33.743" v="3044" actId="14826"/>
          <ac:picMkLst>
            <pc:docMk/>
            <pc:sldMk cId="4100904227" sldId="263"/>
            <ac:picMk id="8" creationId="{AE7E5E09-6983-00F2-084E-B08B76516595}"/>
          </ac:picMkLst>
        </pc:picChg>
        <pc:picChg chg="del mod">
          <ac:chgData name="Huber Leon" userId="be83c947-4ae9-4fa9-80b3-c723d02a087b" providerId="ADAL" clId="{3372AF06-5843-43D2-954F-808DC0B168C3}" dt="2026-06-22T21:02:25.746" v="2525" actId="478"/>
          <ac:picMkLst>
            <pc:docMk/>
            <pc:sldMk cId="4100904227" sldId="263"/>
            <ac:picMk id="9" creationId="{035EB56E-6BA3-ECCF-489C-95FCB164422A}"/>
          </ac:picMkLst>
        </pc:picChg>
      </pc:sldChg>
      <pc:sldChg chg="addSp delSp modSp add del mod modNotesTx">
        <pc:chgData name="Huber Leon" userId="be83c947-4ae9-4fa9-80b3-c723d02a087b" providerId="ADAL" clId="{3372AF06-5843-43D2-954F-808DC0B168C3}" dt="2026-06-22T21:15:37.477" v="3045" actId="313"/>
        <pc:sldMkLst>
          <pc:docMk/>
          <pc:sldMk cId="3817152199" sldId="264"/>
        </pc:sldMkLst>
        <pc:spChg chg="add del mod">
          <ac:chgData name="Huber Leon" userId="be83c947-4ae9-4fa9-80b3-c723d02a087b" providerId="ADAL" clId="{3372AF06-5843-43D2-954F-808DC0B168C3}" dt="2026-06-22T21:02:33.224" v="2532" actId="478"/>
          <ac:spMkLst>
            <pc:docMk/>
            <pc:sldMk cId="3817152199" sldId="264"/>
            <ac:spMk id="3" creationId="{586E3D37-6384-D40C-7B96-806E3BC2A530}"/>
          </ac:spMkLst>
        </pc:spChg>
        <pc:spChg chg="add del">
          <ac:chgData name="Huber Leon" userId="be83c947-4ae9-4fa9-80b3-c723d02a087b" providerId="ADAL" clId="{3372AF06-5843-43D2-954F-808DC0B168C3}" dt="2026-06-22T21:13:05.074" v="2853" actId="22"/>
          <ac:spMkLst>
            <pc:docMk/>
            <pc:sldMk cId="3817152199" sldId="264"/>
            <ac:spMk id="10" creationId="{A4DFFFD1-F1C8-FF66-DFD4-984B1C46D82B}"/>
          </ac:spMkLst>
        </pc:spChg>
        <pc:picChg chg="add del">
          <ac:chgData name="Huber Leon" userId="be83c947-4ae9-4fa9-80b3-c723d02a087b" providerId="ADAL" clId="{3372AF06-5843-43D2-954F-808DC0B168C3}" dt="2026-06-22T21:02:31.897" v="2531" actId="22"/>
          <ac:picMkLst>
            <pc:docMk/>
            <pc:sldMk cId="3817152199" sldId="264"/>
            <ac:picMk id="5" creationId="{433F54C2-0D87-D50E-5EFD-46F93A3AA654}"/>
          </ac:picMkLst>
        </pc:picChg>
        <pc:picChg chg="add mod modCrop">
          <ac:chgData name="Huber Leon" userId="be83c947-4ae9-4fa9-80b3-c723d02a087b" providerId="ADAL" clId="{3372AF06-5843-43D2-954F-808DC0B168C3}" dt="2026-06-22T21:15:30.218" v="3042" actId="14826"/>
          <ac:picMkLst>
            <pc:docMk/>
            <pc:sldMk cId="3817152199" sldId="264"/>
            <ac:picMk id="7" creationId="{47D214C4-69CE-6347-BA91-48AC144AE585}"/>
          </ac:picMkLst>
        </pc:picChg>
        <pc:picChg chg="del mod">
          <ac:chgData name="Huber Leon" userId="be83c947-4ae9-4fa9-80b3-c723d02a087b" providerId="ADAL" clId="{3372AF06-5843-43D2-954F-808DC0B168C3}" dt="2026-06-22T21:02:30.505" v="2529" actId="478"/>
          <ac:picMkLst>
            <pc:docMk/>
            <pc:sldMk cId="3817152199" sldId="264"/>
            <ac:picMk id="9" creationId="{51EEE78F-054F-1A65-6479-8C349C7A7D95}"/>
          </ac:picMkLst>
        </pc:picChg>
      </pc:sldChg>
      <pc:sldChg chg="addSp delSp modSp add mod ord">
        <pc:chgData name="Huber Leon" userId="be83c947-4ae9-4fa9-80b3-c723d02a087b" providerId="ADAL" clId="{3372AF06-5843-43D2-954F-808DC0B168C3}" dt="2026-06-22T21:44:29.280" v="3307" actId="20577"/>
        <pc:sldMkLst>
          <pc:docMk/>
          <pc:sldMk cId="3361746550" sldId="265"/>
        </pc:sldMkLst>
        <pc:spChg chg="mod">
          <ac:chgData name="Huber Leon" userId="be83c947-4ae9-4fa9-80b3-c723d02a087b" providerId="ADAL" clId="{3372AF06-5843-43D2-954F-808DC0B168C3}" dt="2026-06-22T21:44:29.280" v="3307" actId="20577"/>
          <ac:spMkLst>
            <pc:docMk/>
            <pc:sldMk cId="3361746550" sldId="265"/>
            <ac:spMk id="2" creationId="{8348FDF1-1807-7014-9ED7-4098ED6BEA76}"/>
          </ac:spMkLst>
        </pc:spChg>
        <pc:spChg chg="add del mod">
          <ac:chgData name="Huber Leon" userId="be83c947-4ae9-4fa9-80b3-c723d02a087b" providerId="ADAL" clId="{3372AF06-5843-43D2-954F-808DC0B168C3}" dt="2026-06-22T21:44:07.970" v="3274" actId="22"/>
          <ac:spMkLst>
            <pc:docMk/>
            <pc:sldMk cId="3361746550" sldId="265"/>
            <ac:spMk id="4" creationId="{CD5BDCC3-F21E-3037-878E-675A7A3DFD62}"/>
          </ac:spMkLst>
        </pc:spChg>
        <pc:picChg chg="add del">
          <ac:chgData name="Huber Leon" userId="be83c947-4ae9-4fa9-80b3-c723d02a087b" providerId="ADAL" clId="{3372AF06-5843-43D2-954F-808DC0B168C3}" dt="2026-06-22T21:44:05.320" v="3273" actId="478"/>
          <ac:picMkLst>
            <pc:docMk/>
            <pc:sldMk cId="3361746550" sldId="265"/>
            <ac:picMk id="6" creationId="{023BEE00-5226-21D1-A498-C3F80F36A1D5}"/>
          </ac:picMkLst>
        </pc:picChg>
        <pc:picChg chg="add mod ord">
          <ac:chgData name="Huber Leon" userId="be83c947-4ae9-4fa9-80b3-c723d02a087b" providerId="ADAL" clId="{3372AF06-5843-43D2-954F-808DC0B168C3}" dt="2026-06-22T21:44:12.368" v="3276" actId="1076"/>
          <ac:picMkLst>
            <pc:docMk/>
            <pc:sldMk cId="3361746550" sldId="265"/>
            <ac:picMk id="8" creationId="{094F74D0-2FA9-08AE-3FB0-8830A54E38AE}"/>
          </ac:picMkLst>
        </pc:picChg>
        <pc:picChg chg="del">
          <ac:chgData name="Huber Leon" userId="be83c947-4ae9-4fa9-80b3-c723d02a087b" providerId="ADAL" clId="{3372AF06-5843-43D2-954F-808DC0B168C3}" dt="2026-06-22T21:44:03.397" v="3271" actId="478"/>
          <ac:picMkLst>
            <pc:docMk/>
            <pc:sldMk cId="3361746550" sldId="265"/>
            <ac:picMk id="9" creationId="{2A9487A3-DE13-D729-B0A7-365EF384297F}"/>
          </ac:picMkLst>
        </pc:picChg>
      </pc:sldChg>
      <pc:sldChg chg="addSp delSp modSp add mod setBg delAnim delDesignElem modNotesTx">
        <pc:chgData name="Huber Leon" userId="be83c947-4ae9-4fa9-80b3-c723d02a087b" providerId="ADAL" clId="{3372AF06-5843-43D2-954F-808DC0B168C3}" dt="2026-06-22T23:49:10.368" v="4053" actId="113"/>
        <pc:sldMkLst>
          <pc:docMk/>
          <pc:sldMk cId="3040855508" sldId="266"/>
        </pc:sldMkLst>
        <pc:spChg chg="mod">
          <ac:chgData name="Huber Leon" userId="be83c947-4ae9-4fa9-80b3-c723d02a087b" providerId="ADAL" clId="{3372AF06-5843-43D2-954F-808DC0B168C3}" dt="2026-06-22T23:48:29.194" v="4033" actId="403"/>
          <ac:spMkLst>
            <pc:docMk/>
            <pc:sldMk cId="3040855508" sldId="266"/>
            <ac:spMk id="2" creationId="{81207417-6771-CE44-5D66-29A927D4ECBD}"/>
          </ac:spMkLst>
        </pc:spChg>
        <pc:spChg chg="add del mod">
          <ac:chgData name="Huber Leon" userId="be83c947-4ae9-4fa9-80b3-c723d02a087b" providerId="ADAL" clId="{3372AF06-5843-43D2-954F-808DC0B168C3}" dt="2026-06-22T23:48:00.209" v="4023" actId="26606"/>
          <ac:spMkLst>
            <pc:docMk/>
            <pc:sldMk cId="3040855508" sldId="266"/>
            <ac:spMk id="4" creationId="{3FF8607D-81FB-3495-9CC3-CAA5B05571EB}"/>
          </ac:spMkLst>
        </pc:spChg>
        <pc:spChg chg="add del">
          <ac:chgData name="Huber Leon" userId="be83c947-4ae9-4fa9-80b3-c723d02a087b" providerId="ADAL" clId="{3372AF06-5843-43D2-954F-808DC0B168C3}" dt="2026-06-22T23:47:55.113" v="4012" actId="26606"/>
          <ac:spMkLst>
            <pc:docMk/>
            <pc:sldMk cId="3040855508" sldId="266"/>
            <ac:spMk id="10" creationId="{60B7752B-728D-4CA3-8923-C4F7F77029E3}"/>
          </ac:spMkLst>
        </pc:spChg>
        <pc:spChg chg="add del">
          <ac:chgData name="Huber Leon" userId="be83c947-4ae9-4fa9-80b3-c723d02a087b" providerId="ADAL" clId="{3372AF06-5843-43D2-954F-808DC0B168C3}" dt="2026-06-22T23:47:55.113" v="4012" actId="26606"/>
          <ac:spMkLst>
            <pc:docMk/>
            <pc:sldMk cId="3040855508" sldId="266"/>
            <ac:spMk id="12" creationId="{429899A3-416E-4DB5-846D-023526052013}"/>
          </ac:spMkLst>
        </pc:spChg>
        <pc:spChg chg="add del">
          <ac:chgData name="Huber Leon" userId="be83c947-4ae9-4fa9-80b3-c723d02a087b" providerId="ADAL" clId="{3372AF06-5843-43D2-954F-808DC0B168C3}" dt="2026-06-22T23:47:55.710" v="4014" actId="26606"/>
          <ac:spMkLst>
            <pc:docMk/>
            <pc:sldMk cId="3040855508" sldId="266"/>
            <ac:spMk id="14" creationId="{60B7752B-728D-4CA3-8923-C4F7F77029E3}"/>
          </ac:spMkLst>
        </pc:spChg>
        <pc:spChg chg="add del">
          <ac:chgData name="Huber Leon" userId="be83c947-4ae9-4fa9-80b3-c723d02a087b" providerId="ADAL" clId="{3372AF06-5843-43D2-954F-808DC0B168C3}" dt="2026-06-22T23:47:55.710" v="4014" actId="26606"/>
          <ac:spMkLst>
            <pc:docMk/>
            <pc:sldMk cId="3040855508" sldId="266"/>
            <ac:spMk id="15" creationId="{429899A3-416E-4DB5-846D-023526052013}"/>
          </ac:spMkLst>
        </pc:spChg>
        <pc:spChg chg="add del">
          <ac:chgData name="Huber Leon" userId="be83c947-4ae9-4fa9-80b3-c723d02a087b" providerId="ADAL" clId="{3372AF06-5843-43D2-954F-808DC0B168C3}" dt="2026-06-22T23:47:57.507" v="4016" actId="26606"/>
          <ac:spMkLst>
            <pc:docMk/>
            <pc:sldMk cId="3040855508" sldId="266"/>
            <ac:spMk id="18" creationId="{60B7752B-728D-4CA3-8923-C4F7F77029E3}"/>
          </ac:spMkLst>
        </pc:spChg>
        <pc:spChg chg="add del">
          <ac:chgData name="Huber Leon" userId="be83c947-4ae9-4fa9-80b3-c723d02a087b" providerId="ADAL" clId="{3372AF06-5843-43D2-954F-808DC0B168C3}" dt="2026-06-22T23:47:57.507" v="4016" actId="26606"/>
          <ac:spMkLst>
            <pc:docMk/>
            <pc:sldMk cId="3040855508" sldId="266"/>
            <ac:spMk id="19" creationId="{88392DC7-0988-443B-A0D0-E726C7DB622B}"/>
          </ac:spMkLst>
        </pc:spChg>
        <pc:spChg chg="add del">
          <ac:chgData name="Huber Leon" userId="be83c947-4ae9-4fa9-80b3-c723d02a087b" providerId="ADAL" clId="{3372AF06-5843-43D2-954F-808DC0B168C3}" dt="2026-06-22T23:47:57.941" v="4018" actId="26606"/>
          <ac:spMkLst>
            <pc:docMk/>
            <pc:sldMk cId="3040855508" sldId="266"/>
            <ac:spMk id="22" creationId="{60B7752B-728D-4CA3-8923-C4F7F77029E3}"/>
          </ac:spMkLst>
        </pc:spChg>
        <pc:spChg chg="add del">
          <ac:chgData name="Huber Leon" userId="be83c947-4ae9-4fa9-80b3-c723d02a087b" providerId="ADAL" clId="{3372AF06-5843-43D2-954F-808DC0B168C3}" dt="2026-06-22T23:47:57.941" v="4018" actId="26606"/>
          <ac:spMkLst>
            <pc:docMk/>
            <pc:sldMk cId="3040855508" sldId="266"/>
            <ac:spMk id="23" creationId="{88392DC7-0988-443B-A0D0-E726C7DB622B}"/>
          </ac:spMkLst>
        </pc:spChg>
        <pc:spChg chg="del">
          <ac:chgData name="Huber Leon" userId="be83c947-4ae9-4fa9-80b3-c723d02a087b" providerId="ADAL" clId="{3372AF06-5843-43D2-954F-808DC0B168C3}" dt="2026-06-22T23:24:58.435" v="3311"/>
          <ac:spMkLst>
            <pc:docMk/>
            <pc:sldMk cId="3040855508" sldId="266"/>
            <ac:spMk id="24" creationId="{A3513395-33D0-799B-05B5-9382A2A88352}"/>
          </ac:spMkLst>
        </pc:spChg>
        <pc:spChg chg="del">
          <ac:chgData name="Huber Leon" userId="be83c947-4ae9-4fa9-80b3-c723d02a087b" providerId="ADAL" clId="{3372AF06-5843-43D2-954F-808DC0B168C3}" dt="2026-06-22T23:24:58.435" v="3311"/>
          <ac:spMkLst>
            <pc:docMk/>
            <pc:sldMk cId="3040855508" sldId="266"/>
            <ac:spMk id="25" creationId="{36BF67FD-6D79-F8DE-3E85-F9CE0FBACB46}"/>
          </ac:spMkLst>
        </pc:spChg>
        <pc:spChg chg="add del">
          <ac:chgData name="Huber Leon" userId="be83c947-4ae9-4fa9-80b3-c723d02a087b" providerId="ADAL" clId="{3372AF06-5843-43D2-954F-808DC0B168C3}" dt="2026-06-22T23:47:59.112" v="4020" actId="26606"/>
          <ac:spMkLst>
            <pc:docMk/>
            <pc:sldMk cId="3040855508" sldId="266"/>
            <ac:spMk id="29" creationId="{60B7752B-728D-4CA3-8923-C4F7F77029E3}"/>
          </ac:spMkLst>
        </pc:spChg>
        <pc:spChg chg="add del">
          <ac:chgData name="Huber Leon" userId="be83c947-4ae9-4fa9-80b3-c723d02a087b" providerId="ADAL" clId="{3372AF06-5843-43D2-954F-808DC0B168C3}" dt="2026-06-22T23:47:59.112" v="4020" actId="26606"/>
          <ac:spMkLst>
            <pc:docMk/>
            <pc:sldMk cId="3040855508" sldId="266"/>
            <ac:spMk id="30" creationId="{429899A3-416E-4DB5-846D-023526052013}"/>
          </ac:spMkLst>
        </pc:spChg>
        <pc:spChg chg="add del">
          <ac:chgData name="Huber Leon" userId="be83c947-4ae9-4fa9-80b3-c723d02a087b" providerId="ADAL" clId="{3372AF06-5843-43D2-954F-808DC0B168C3}" dt="2026-06-22T23:48:00.195" v="4022" actId="26606"/>
          <ac:spMkLst>
            <pc:docMk/>
            <pc:sldMk cId="3040855508" sldId="266"/>
            <ac:spMk id="33" creationId="{60B7752B-728D-4CA3-8923-C4F7F77029E3}"/>
          </ac:spMkLst>
        </pc:spChg>
        <pc:spChg chg="add del">
          <ac:chgData name="Huber Leon" userId="be83c947-4ae9-4fa9-80b3-c723d02a087b" providerId="ADAL" clId="{3372AF06-5843-43D2-954F-808DC0B168C3}" dt="2026-06-22T23:48:00.195" v="4022" actId="26606"/>
          <ac:spMkLst>
            <pc:docMk/>
            <pc:sldMk cId="3040855508" sldId="266"/>
            <ac:spMk id="34" creationId="{429899A3-416E-4DB5-846D-023526052013}"/>
          </ac:spMkLst>
        </pc:spChg>
        <pc:spChg chg="add">
          <ac:chgData name="Huber Leon" userId="be83c947-4ae9-4fa9-80b3-c723d02a087b" providerId="ADAL" clId="{3372AF06-5843-43D2-954F-808DC0B168C3}" dt="2026-06-22T23:48:00.209" v="4023" actId="26606"/>
          <ac:spMkLst>
            <pc:docMk/>
            <pc:sldMk cId="3040855508" sldId="266"/>
            <ac:spMk id="37" creationId="{60B7752B-728D-4CA3-8923-C4F7F77029E3}"/>
          </ac:spMkLst>
        </pc:spChg>
        <pc:spChg chg="add">
          <ac:chgData name="Huber Leon" userId="be83c947-4ae9-4fa9-80b3-c723d02a087b" providerId="ADAL" clId="{3372AF06-5843-43D2-954F-808DC0B168C3}" dt="2026-06-22T23:48:00.209" v="4023" actId="26606"/>
          <ac:spMkLst>
            <pc:docMk/>
            <pc:sldMk cId="3040855508" sldId="266"/>
            <ac:spMk id="40" creationId="{52D58DC7-20C8-4471-BAA7-B296A2AEC3F6}"/>
          </ac:spMkLst>
        </pc:spChg>
        <pc:spChg chg="add">
          <ac:chgData name="Huber Leon" userId="be83c947-4ae9-4fa9-80b3-c723d02a087b" providerId="ADAL" clId="{3372AF06-5843-43D2-954F-808DC0B168C3}" dt="2026-06-22T23:48:00.209" v="4023" actId="26606"/>
          <ac:spMkLst>
            <pc:docMk/>
            <pc:sldMk cId="3040855508" sldId="266"/>
            <ac:spMk id="41" creationId="{8E4AABAC-100B-437F-86D3-981412859411}"/>
          </ac:spMkLst>
        </pc:spChg>
        <pc:spChg chg="add">
          <ac:chgData name="Huber Leon" userId="be83c947-4ae9-4fa9-80b3-c723d02a087b" providerId="ADAL" clId="{3372AF06-5843-43D2-954F-808DC0B168C3}" dt="2026-06-22T23:48:00.209" v="4023" actId="26606"/>
          <ac:spMkLst>
            <pc:docMk/>
            <pc:sldMk cId="3040855508" sldId="266"/>
            <ac:spMk id="42" creationId="{1DFD33E0-4D46-4176-BAE2-6AED15231C59}"/>
          </ac:spMkLst>
        </pc:spChg>
        <pc:spChg chg="add">
          <ac:chgData name="Huber Leon" userId="be83c947-4ae9-4fa9-80b3-c723d02a087b" providerId="ADAL" clId="{3372AF06-5843-43D2-954F-808DC0B168C3}" dt="2026-06-22T23:48:00.209" v="4023" actId="26606"/>
          <ac:spMkLst>
            <pc:docMk/>
            <pc:sldMk cId="3040855508" sldId="266"/>
            <ac:spMk id="43" creationId="{022B5D87-7689-4E7F-B03A-7F803B5DF799}"/>
          </ac:spMkLst>
        </pc:spChg>
        <pc:grpChg chg="add">
          <ac:chgData name="Huber Leon" userId="be83c947-4ae9-4fa9-80b3-c723d02a087b" providerId="ADAL" clId="{3372AF06-5843-43D2-954F-808DC0B168C3}" dt="2026-06-22T23:48:00.209" v="4023" actId="26606"/>
          <ac:grpSpMkLst>
            <pc:docMk/>
            <pc:sldMk cId="3040855508" sldId="266"/>
            <ac:grpSpMk id="38" creationId="{20205E53-D75C-4F15-A4A3-21DA0826FCE9}"/>
          </ac:grpSpMkLst>
        </pc:grpChg>
        <pc:graphicFrameChg chg="add del">
          <ac:chgData name="Huber Leon" userId="be83c947-4ae9-4fa9-80b3-c723d02a087b" providerId="ADAL" clId="{3372AF06-5843-43D2-954F-808DC0B168C3}" dt="2026-06-22T23:47:55.113" v="4012" actId="26606"/>
          <ac:graphicFrameMkLst>
            <pc:docMk/>
            <pc:sldMk cId="3040855508" sldId="266"/>
            <ac:graphicFrameMk id="6" creationId="{4F5618F6-808A-C763-7633-D9FEB50E0182}"/>
          </ac:graphicFrameMkLst>
        </pc:graphicFrameChg>
        <pc:graphicFrameChg chg="add del">
          <ac:chgData name="Huber Leon" userId="be83c947-4ae9-4fa9-80b3-c723d02a087b" providerId="ADAL" clId="{3372AF06-5843-43D2-954F-808DC0B168C3}" dt="2026-06-22T23:47:55.710" v="4014" actId="26606"/>
          <ac:graphicFrameMkLst>
            <pc:docMk/>
            <pc:sldMk cId="3040855508" sldId="266"/>
            <ac:graphicFrameMk id="16" creationId="{63BFDADE-47C0-C9ED-BF7F-827827C67334}"/>
          </ac:graphicFrameMkLst>
        </pc:graphicFrameChg>
        <pc:graphicFrameChg chg="add del">
          <ac:chgData name="Huber Leon" userId="be83c947-4ae9-4fa9-80b3-c723d02a087b" providerId="ADAL" clId="{3372AF06-5843-43D2-954F-808DC0B168C3}" dt="2026-06-22T23:47:57.507" v="4016" actId="26606"/>
          <ac:graphicFrameMkLst>
            <pc:docMk/>
            <pc:sldMk cId="3040855508" sldId="266"/>
            <ac:graphicFrameMk id="20" creationId="{FC975111-FB74-2D2E-403D-8F071AAA1184}"/>
          </ac:graphicFrameMkLst>
        </pc:graphicFrameChg>
        <pc:graphicFrameChg chg="del">
          <ac:chgData name="Huber Leon" userId="be83c947-4ae9-4fa9-80b3-c723d02a087b" providerId="ADAL" clId="{3372AF06-5843-43D2-954F-808DC0B168C3}" dt="2026-06-22T23:25:04.406" v="3323" actId="478"/>
          <ac:graphicFrameMkLst>
            <pc:docMk/>
            <pc:sldMk cId="3040855508" sldId="266"/>
            <ac:graphicFrameMk id="26" creationId="{C204AD5D-DCDF-A8B6-D9B3-E6ABD057177C}"/>
          </ac:graphicFrameMkLst>
        </pc:graphicFrameChg>
        <pc:graphicFrameChg chg="add del">
          <ac:chgData name="Huber Leon" userId="be83c947-4ae9-4fa9-80b3-c723d02a087b" providerId="ADAL" clId="{3372AF06-5843-43D2-954F-808DC0B168C3}" dt="2026-06-22T23:47:57.941" v="4018" actId="26606"/>
          <ac:graphicFrameMkLst>
            <pc:docMk/>
            <pc:sldMk cId="3040855508" sldId="266"/>
            <ac:graphicFrameMk id="27" creationId="{C85CEFCE-033A-0E6F-49A9-D78810B0B463}"/>
          </ac:graphicFrameMkLst>
        </pc:graphicFrameChg>
        <pc:graphicFrameChg chg="add del">
          <ac:chgData name="Huber Leon" userId="be83c947-4ae9-4fa9-80b3-c723d02a087b" providerId="ADAL" clId="{3372AF06-5843-43D2-954F-808DC0B168C3}" dt="2026-06-22T23:47:59.112" v="4020" actId="26606"/>
          <ac:graphicFrameMkLst>
            <pc:docMk/>
            <pc:sldMk cId="3040855508" sldId="266"/>
            <ac:graphicFrameMk id="31" creationId="{63BFDADE-47C0-C9ED-BF7F-827827C67334}"/>
          </ac:graphicFrameMkLst>
        </pc:graphicFrameChg>
        <pc:graphicFrameChg chg="add del">
          <ac:chgData name="Huber Leon" userId="be83c947-4ae9-4fa9-80b3-c723d02a087b" providerId="ADAL" clId="{3372AF06-5843-43D2-954F-808DC0B168C3}" dt="2026-06-22T23:48:00.195" v="4022" actId="26606"/>
          <ac:graphicFrameMkLst>
            <pc:docMk/>
            <pc:sldMk cId="3040855508" sldId="266"/>
            <ac:graphicFrameMk id="35" creationId="{4F5618F6-808A-C763-7633-D9FEB50E0182}"/>
          </ac:graphicFrameMkLst>
        </pc:graphicFrameChg>
        <pc:graphicFrameChg chg="add modGraphic">
          <ac:chgData name="Huber Leon" userId="be83c947-4ae9-4fa9-80b3-c723d02a087b" providerId="ADAL" clId="{3372AF06-5843-43D2-954F-808DC0B168C3}" dt="2026-06-22T23:48:23.833" v="4031" actId="20577"/>
          <ac:graphicFrameMkLst>
            <pc:docMk/>
            <pc:sldMk cId="3040855508" sldId="266"/>
            <ac:graphicFrameMk id="44" creationId="{3F355FAA-1B27-3F6B-6CC6-309A84DB2FE7}"/>
          </ac:graphicFrameMkLst>
        </pc:graphicFrameChg>
        <pc:picChg chg="add del mod ord">
          <ac:chgData name="Huber Leon" userId="be83c947-4ae9-4fa9-80b3-c723d02a087b" providerId="ADAL" clId="{3372AF06-5843-43D2-954F-808DC0B168C3}" dt="2026-06-22T23:25:24.329" v="3325" actId="34307"/>
          <ac:picMkLst>
            <pc:docMk/>
            <pc:sldMk cId="3040855508" sldId="266"/>
            <ac:picMk id="5" creationId="{3B1CB7E3-5932-A43B-7758-3A3B3D64893F}"/>
          </ac:picMkLst>
        </pc:picChg>
        <pc:picChg chg="del">
          <ac:chgData name="Huber Leon" userId="be83c947-4ae9-4fa9-80b3-c723d02a087b" providerId="ADAL" clId="{3372AF06-5843-43D2-954F-808DC0B168C3}" dt="2026-06-22T23:25:00.488" v="3313" actId="478"/>
          <ac:picMkLst>
            <pc:docMk/>
            <pc:sldMk cId="3040855508" sldId="266"/>
            <ac:picMk id="36" creationId="{33FDAC05-A1EF-915A-8BE2-5BCFB99B4484}"/>
          </ac:picMkLst>
        </pc:picChg>
      </pc:sldChg>
      <pc:sldChg chg="addSp delSp modSp add mod ord modNotesTx">
        <pc:chgData name="Huber Leon" userId="be83c947-4ae9-4fa9-80b3-c723d02a087b" providerId="ADAL" clId="{3372AF06-5843-43D2-954F-808DC0B168C3}" dt="2026-06-23T00:06:32.413" v="4065" actId="478"/>
        <pc:sldMkLst>
          <pc:docMk/>
          <pc:sldMk cId="3340542771" sldId="267"/>
        </pc:sldMkLst>
        <pc:spChg chg="add mod">
          <ac:chgData name="Huber Leon" userId="be83c947-4ae9-4fa9-80b3-c723d02a087b" providerId="ADAL" clId="{3372AF06-5843-43D2-954F-808DC0B168C3}" dt="2026-06-23T00:06:32.413" v="4065" actId="478"/>
          <ac:spMkLst>
            <pc:docMk/>
            <pc:sldMk cId="3340542771" sldId="267"/>
            <ac:spMk id="4" creationId="{1CC5B2BC-57FF-C5D1-C016-91AB7359AB7A}"/>
          </ac:spMkLst>
        </pc:spChg>
        <pc:picChg chg="del mod">
          <ac:chgData name="Huber Leon" userId="be83c947-4ae9-4fa9-80b3-c723d02a087b" providerId="ADAL" clId="{3372AF06-5843-43D2-954F-808DC0B168C3}" dt="2026-06-23T00:06:32.413" v="4065" actId="478"/>
          <ac:picMkLst>
            <pc:docMk/>
            <pc:sldMk cId="3340542771" sldId="267"/>
            <ac:picMk id="9" creationId="{E3E83198-FFBE-503D-005D-AE4AD4E04E21}"/>
          </ac:picMkLst>
        </pc:picChg>
      </pc:sldChg>
      <pc:sldMasterChg chg="del delSldLayout">
        <pc:chgData name="Huber Leon" userId="be83c947-4ae9-4fa9-80b3-c723d02a087b" providerId="ADAL" clId="{3372AF06-5843-43D2-954F-808DC0B168C3}" dt="2026-06-22T19:51:32.231" v="13" actId="26606"/>
        <pc:sldMasterMkLst>
          <pc:docMk/>
          <pc:sldMasterMk cId="3009433539" sldId="2147483648"/>
        </pc:sldMasterMkLst>
        <pc:sldLayoutChg chg="del">
          <pc:chgData name="Huber Leon" userId="be83c947-4ae9-4fa9-80b3-c723d02a087b" providerId="ADAL" clId="{3372AF06-5843-43D2-954F-808DC0B168C3}" dt="2026-06-22T19:51:32.231" v="13" actId="26606"/>
          <pc:sldLayoutMkLst>
            <pc:docMk/>
            <pc:sldMasterMk cId="3009433539" sldId="2147483648"/>
            <pc:sldLayoutMk cId="1788327204" sldId="2147483649"/>
          </pc:sldLayoutMkLst>
        </pc:sldLayoutChg>
        <pc:sldLayoutChg chg="del">
          <pc:chgData name="Huber Leon" userId="be83c947-4ae9-4fa9-80b3-c723d02a087b" providerId="ADAL" clId="{3372AF06-5843-43D2-954F-808DC0B168C3}" dt="2026-06-22T19:51:32.231" v="13" actId="26606"/>
          <pc:sldLayoutMkLst>
            <pc:docMk/>
            <pc:sldMasterMk cId="3009433539" sldId="2147483648"/>
            <pc:sldLayoutMk cId="3220307242" sldId="2147483650"/>
          </pc:sldLayoutMkLst>
        </pc:sldLayoutChg>
        <pc:sldLayoutChg chg="del">
          <pc:chgData name="Huber Leon" userId="be83c947-4ae9-4fa9-80b3-c723d02a087b" providerId="ADAL" clId="{3372AF06-5843-43D2-954F-808DC0B168C3}" dt="2026-06-22T19:51:32.231" v="13" actId="26606"/>
          <pc:sldLayoutMkLst>
            <pc:docMk/>
            <pc:sldMasterMk cId="3009433539" sldId="2147483648"/>
            <pc:sldLayoutMk cId="2253468888" sldId="2147483651"/>
          </pc:sldLayoutMkLst>
        </pc:sldLayoutChg>
        <pc:sldLayoutChg chg="del">
          <pc:chgData name="Huber Leon" userId="be83c947-4ae9-4fa9-80b3-c723d02a087b" providerId="ADAL" clId="{3372AF06-5843-43D2-954F-808DC0B168C3}" dt="2026-06-22T19:51:32.231" v="13" actId="26606"/>
          <pc:sldLayoutMkLst>
            <pc:docMk/>
            <pc:sldMasterMk cId="3009433539" sldId="2147483648"/>
            <pc:sldLayoutMk cId="1631742110" sldId="2147483652"/>
          </pc:sldLayoutMkLst>
        </pc:sldLayoutChg>
        <pc:sldLayoutChg chg="del">
          <pc:chgData name="Huber Leon" userId="be83c947-4ae9-4fa9-80b3-c723d02a087b" providerId="ADAL" clId="{3372AF06-5843-43D2-954F-808DC0B168C3}" dt="2026-06-22T19:51:32.231" v="13" actId="26606"/>
          <pc:sldLayoutMkLst>
            <pc:docMk/>
            <pc:sldMasterMk cId="3009433539" sldId="2147483648"/>
            <pc:sldLayoutMk cId="3208323869" sldId="2147483653"/>
          </pc:sldLayoutMkLst>
        </pc:sldLayoutChg>
        <pc:sldLayoutChg chg="del">
          <pc:chgData name="Huber Leon" userId="be83c947-4ae9-4fa9-80b3-c723d02a087b" providerId="ADAL" clId="{3372AF06-5843-43D2-954F-808DC0B168C3}" dt="2026-06-22T19:51:32.231" v="13" actId="26606"/>
          <pc:sldLayoutMkLst>
            <pc:docMk/>
            <pc:sldMasterMk cId="3009433539" sldId="2147483648"/>
            <pc:sldLayoutMk cId="1363852958" sldId="2147483654"/>
          </pc:sldLayoutMkLst>
        </pc:sldLayoutChg>
        <pc:sldLayoutChg chg="del">
          <pc:chgData name="Huber Leon" userId="be83c947-4ae9-4fa9-80b3-c723d02a087b" providerId="ADAL" clId="{3372AF06-5843-43D2-954F-808DC0B168C3}" dt="2026-06-22T19:51:32.231" v="13" actId="26606"/>
          <pc:sldLayoutMkLst>
            <pc:docMk/>
            <pc:sldMasterMk cId="3009433539" sldId="2147483648"/>
            <pc:sldLayoutMk cId="613586279" sldId="2147483655"/>
          </pc:sldLayoutMkLst>
        </pc:sldLayoutChg>
        <pc:sldLayoutChg chg="del">
          <pc:chgData name="Huber Leon" userId="be83c947-4ae9-4fa9-80b3-c723d02a087b" providerId="ADAL" clId="{3372AF06-5843-43D2-954F-808DC0B168C3}" dt="2026-06-22T19:51:32.231" v="13" actId="26606"/>
          <pc:sldLayoutMkLst>
            <pc:docMk/>
            <pc:sldMasterMk cId="3009433539" sldId="2147483648"/>
            <pc:sldLayoutMk cId="556910764" sldId="2147483656"/>
          </pc:sldLayoutMkLst>
        </pc:sldLayoutChg>
        <pc:sldLayoutChg chg="del">
          <pc:chgData name="Huber Leon" userId="be83c947-4ae9-4fa9-80b3-c723d02a087b" providerId="ADAL" clId="{3372AF06-5843-43D2-954F-808DC0B168C3}" dt="2026-06-22T19:51:32.231" v="13" actId="26606"/>
          <pc:sldLayoutMkLst>
            <pc:docMk/>
            <pc:sldMasterMk cId="3009433539" sldId="2147483648"/>
            <pc:sldLayoutMk cId="1821809912" sldId="2147483657"/>
          </pc:sldLayoutMkLst>
        </pc:sldLayoutChg>
        <pc:sldLayoutChg chg="del">
          <pc:chgData name="Huber Leon" userId="be83c947-4ae9-4fa9-80b3-c723d02a087b" providerId="ADAL" clId="{3372AF06-5843-43D2-954F-808DC0B168C3}" dt="2026-06-22T19:51:32.231" v="13" actId="26606"/>
          <pc:sldLayoutMkLst>
            <pc:docMk/>
            <pc:sldMasterMk cId="3009433539" sldId="2147483648"/>
            <pc:sldLayoutMk cId="248903836" sldId="2147483658"/>
          </pc:sldLayoutMkLst>
        </pc:sldLayoutChg>
        <pc:sldLayoutChg chg="del">
          <pc:chgData name="Huber Leon" userId="be83c947-4ae9-4fa9-80b3-c723d02a087b" providerId="ADAL" clId="{3372AF06-5843-43D2-954F-808DC0B168C3}" dt="2026-06-22T19:51:32.231" v="13" actId="26606"/>
          <pc:sldLayoutMkLst>
            <pc:docMk/>
            <pc:sldMasterMk cId="3009433539" sldId="2147483648"/>
            <pc:sldLayoutMk cId="182748331" sldId="2147483659"/>
          </pc:sldLayoutMkLst>
        </pc:sldLayoutChg>
      </pc:sldMasterChg>
      <pc:sldMasterChg chg="add del addSldLayout delSldLayout">
        <pc:chgData name="Huber Leon" userId="be83c947-4ae9-4fa9-80b3-c723d02a087b" providerId="ADAL" clId="{3372AF06-5843-43D2-954F-808DC0B168C3}" dt="2026-06-22T19:56:41.114" v="128" actId="26606"/>
        <pc:sldMasterMkLst>
          <pc:docMk/>
          <pc:sldMasterMk cId="17418321" sldId="2147483673"/>
        </pc:sldMasterMkLst>
        <pc:sldLayoutChg chg="add del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17418321" sldId="2147483673"/>
            <pc:sldLayoutMk cId="2142663309" sldId="2147483662"/>
          </pc:sldLayoutMkLst>
        </pc:sldLayoutChg>
        <pc:sldLayoutChg chg="add del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17418321" sldId="2147483673"/>
            <pc:sldLayoutMk cId="691942947" sldId="2147483663"/>
          </pc:sldLayoutMkLst>
        </pc:sldLayoutChg>
        <pc:sldLayoutChg chg="add del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17418321" sldId="2147483673"/>
            <pc:sldLayoutMk cId="1403000171" sldId="2147483664"/>
          </pc:sldLayoutMkLst>
        </pc:sldLayoutChg>
        <pc:sldLayoutChg chg="add del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17418321" sldId="2147483673"/>
            <pc:sldLayoutMk cId="607148821" sldId="2147483665"/>
          </pc:sldLayoutMkLst>
        </pc:sldLayoutChg>
        <pc:sldLayoutChg chg="add del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17418321" sldId="2147483673"/>
            <pc:sldLayoutMk cId="1774162827" sldId="2147483666"/>
          </pc:sldLayoutMkLst>
        </pc:sldLayoutChg>
        <pc:sldLayoutChg chg="add del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17418321" sldId="2147483673"/>
            <pc:sldLayoutMk cId="672825882" sldId="2147483667"/>
          </pc:sldLayoutMkLst>
        </pc:sldLayoutChg>
        <pc:sldLayoutChg chg="add del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17418321" sldId="2147483673"/>
            <pc:sldLayoutMk cId="371501476" sldId="2147483668"/>
          </pc:sldLayoutMkLst>
        </pc:sldLayoutChg>
        <pc:sldLayoutChg chg="add del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17418321" sldId="2147483673"/>
            <pc:sldLayoutMk cId="3654573286" sldId="2147483669"/>
          </pc:sldLayoutMkLst>
        </pc:sldLayoutChg>
        <pc:sldLayoutChg chg="add del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17418321" sldId="2147483673"/>
            <pc:sldLayoutMk cId="3684059436" sldId="2147483670"/>
          </pc:sldLayoutMkLst>
        </pc:sldLayoutChg>
        <pc:sldLayoutChg chg="add del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17418321" sldId="2147483673"/>
            <pc:sldLayoutMk cId="1865329298" sldId="2147483671"/>
          </pc:sldLayoutMkLst>
        </pc:sldLayoutChg>
        <pc:sldLayoutChg chg="add del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17418321" sldId="2147483673"/>
            <pc:sldLayoutMk cId="3596067220" sldId="2147483672"/>
          </pc:sldLayoutMkLst>
        </pc:sldLayoutChg>
      </pc:sldMasterChg>
      <pc:sldMasterChg chg="add del addSldLayout delSldLayout">
        <pc:chgData name="Huber Leon" userId="be83c947-4ae9-4fa9-80b3-c723d02a087b" providerId="ADAL" clId="{3372AF06-5843-43D2-954F-808DC0B168C3}" dt="2026-06-22T19:55:49.816" v="110" actId="26606"/>
        <pc:sldMasterMkLst>
          <pc:docMk/>
          <pc:sldMasterMk cId="3577602162" sldId="2147483674"/>
        </pc:sldMasterMkLst>
        <pc:sldLayoutChg chg="add del">
          <pc:chgData name="Huber Leon" userId="be83c947-4ae9-4fa9-80b3-c723d02a087b" providerId="ADAL" clId="{3372AF06-5843-43D2-954F-808DC0B168C3}" dt="2026-06-22T19:55:49.816" v="110" actId="26606"/>
          <pc:sldLayoutMkLst>
            <pc:docMk/>
            <pc:sldMasterMk cId="3577602162" sldId="2147483674"/>
            <pc:sldLayoutMk cId="3873575702" sldId="2147483675"/>
          </pc:sldLayoutMkLst>
        </pc:sldLayoutChg>
        <pc:sldLayoutChg chg="add del">
          <pc:chgData name="Huber Leon" userId="be83c947-4ae9-4fa9-80b3-c723d02a087b" providerId="ADAL" clId="{3372AF06-5843-43D2-954F-808DC0B168C3}" dt="2026-06-22T19:55:49.816" v="110" actId="26606"/>
          <pc:sldLayoutMkLst>
            <pc:docMk/>
            <pc:sldMasterMk cId="3577602162" sldId="2147483674"/>
            <pc:sldLayoutMk cId="2142782149" sldId="2147483676"/>
          </pc:sldLayoutMkLst>
        </pc:sldLayoutChg>
        <pc:sldLayoutChg chg="add del">
          <pc:chgData name="Huber Leon" userId="be83c947-4ae9-4fa9-80b3-c723d02a087b" providerId="ADAL" clId="{3372AF06-5843-43D2-954F-808DC0B168C3}" dt="2026-06-22T19:55:49.816" v="110" actId="26606"/>
          <pc:sldLayoutMkLst>
            <pc:docMk/>
            <pc:sldMasterMk cId="3577602162" sldId="2147483674"/>
            <pc:sldLayoutMk cId="4256862906" sldId="2147483677"/>
          </pc:sldLayoutMkLst>
        </pc:sldLayoutChg>
        <pc:sldLayoutChg chg="add del">
          <pc:chgData name="Huber Leon" userId="be83c947-4ae9-4fa9-80b3-c723d02a087b" providerId="ADAL" clId="{3372AF06-5843-43D2-954F-808DC0B168C3}" dt="2026-06-22T19:55:49.816" v="110" actId="26606"/>
          <pc:sldLayoutMkLst>
            <pc:docMk/>
            <pc:sldMasterMk cId="3577602162" sldId="2147483674"/>
            <pc:sldLayoutMk cId="704427993" sldId="2147483678"/>
          </pc:sldLayoutMkLst>
        </pc:sldLayoutChg>
        <pc:sldLayoutChg chg="add del">
          <pc:chgData name="Huber Leon" userId="be83c947-4ae9-4fa9-80b3-c723d02a087b" providerId="ADAL" clId="{3372AF06-5843-43D2-954F-808DC0B168C3}" dt="2026-06-22T19:55:49.816" v="110" actId="26606"/>
          <pc:sldLayoutMkLst>
            <pc:docMk/>
            <pc:sldMasterMk cId="3577602162" sldId="2147483674"/>
            <pc:sldLayoutMk cId="2699977470" sldId="2147483679"/>
          </pc:sldLayoutMkLst>
        </pc:sldLayoutChg>
        <pc:sldLayoutChg chg="add del">
          <pc:chgData name="Huber Leon" userId="be83c947-4ae9-4fa9-80b3-c723d02a087b" providerId="ADAL" clId="{3372AF06-5843-43D2-954F-808DC0B168C3}" dt="2026-06-22T19:55:49.816" v="110" actId="26606"/>
          <pc:sldLayoutMkLst>
            <pc:docMk/>
            <pc:sldMasterMk cId="3577602162" sldId="2147483674"/>
            <pc:sldLayoutMk cId="2678450556" sldId="2147483680"/>
          </pc:sldLayoutMkLst>
        </pc:sldLayoutChg>
        <pc:sldLayoutChg chg="add del">
          <pc:chgData name="Huber Leon" userId="be83c947-4ae9-4fa9-80b3-c723d02a087b" providerId="ADAL" clId="{3372AF06-5843-43D2-954F-808DC0B168C3}" dt="2026-06-22T19:55:49.816" v="110" actId="26606"/>
          <pc:sldLayoutMkLst>
            <pc:docMk/>
            <pc:sldMasterMk cId="3577602162" sldId="2147483674"/>
            <pc:sldLayoutMk cId="598474573" sldId="2147483681"/>
          </pc:sldLayoutMkLst>
        </pc:sldLayoutChg>
        <pc:sldLayoutChg chg="add del">
          <pc:chgData name="Huber Leon" userId="be83c947-4ae9-4fa9-80b3-c723d02a087b" providerId="ADAL" clId="{3372AF06-5843-43D2-954F-808DC0B168C3}" dt="2026-06-22T19:55:49.816" v="110" actId="26606"/>
          <pc:sldLayoutMkLst>
            <pc:docMk/>
            <pc:sldMasterMk cId="3577602162" sldId="2147483674"/>
            <pc:sldLayoutMk cId="536735803" sldId="2147483682"/>
          </pc:sldLayoutMkLst>
        </pc:sldLayoutChg>
        <pc:sldLayoutChg chg="add del">
          <pc:chgData name="Huber Leon" userId="be83c947-4ae9-4fa9-80b3-c723d02a087b" providerId="ADAL" clId="{3372AF06-5843-43D2-954F-808DC0B168C3}" dt="2026-06-22T19:55:49.816" v="110" actId="26606"/>
          <pc:sldLayoutMkLst>
            <pc:docMk/>
            <pc:sldMasterMk cId="3577602162" sldId="2147483674"/>
            <pc:sldLayoutMk cId="4025861621" sldId="2147483683"/>
          </pc:sldLayoutMkLst>
        </pc:sldLayoutChg>
        <pc:sldLayoutChg chg="add del">
          <pc:chgData name="Huber Leon" userId="be83c947-4ae9-4fa9-80b3-c723d02a087b" providerId="ADAL" clId="{3372AF06-5843-43D2-954F-808DC0B168C3}" dt="2026-06-22T19:55:49.816" v="110" actId="26606"/>
          <pc:sldLayoutMkLst>
            <pc:docMk/>
            <pc:sldMasterMk cId="3577602162" sldId="2147483674"/>
            <pc:sldLayoutMk cId="3782412234" sldId="2147483684"/>
          </pc:sldLayoutMkLst>
        </pc:sldLayoutChg>
        <pc:sldLayoutChg chg="add del">
          <pc:chgData name="Huber Leon" userId="be83c947-4ae9-4fa9-80b3-c723d02a087b" providerId="ADAL" clId="{3372AF06-5843-43D2-954F-808DC0B168C3}" dt="2026-06-22T19:55:49.816" v="110" actId="26606"/>
          <pc:sldLayoutMkLst>
            <pc:docMk/>
            <pc:sldMasterMk cId="3577602162" sldId="2147483674"/>
            <pc:sldLayoutMk cId="1987649530" sldId="2147483685"/>
          </pc:sldLayoutMkLst>
        </pc:sldLayoutChg>
      </pc:sldMasterChg>
      <pc:sldMasterChg chg="add addSldLayout">
        <pc:chgData name="Huber Leon" userId="be83c947-4ae9-4fa9-80b3-c723d02a087b" providerId="ADAL" clId="{3372AF06-5843-43D2-954F-808DC0B168C3}" dt="2026-06-22T19:56:41.114" v="128" actId="26606"/>
        <pc:sldMasterMkLst>
          <pc:docMk/>
          <pc:sldMasterMk cId="797206241" sldId="2147483724"/>
        </pc:sldMasterMkLst>
        <pc:sldLayoutChg chg="add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797206241" sldId="2147483724"/>
            <pc:sldLayoutMk cId="3659290685" sldId="2147483713"/>
          </pc:sldLayoutMkLst>
        </pc:sldLayoutChg>
        <pc:sldLayoutChg chg="add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797206241" sldId="2147483724"/>
            <pc:sldLayoutMk cId="3868194814" sldId="2147483714"/>
          </pc:sldLayoutMkLst>
        </pc:sldLayoutChg>
        <pc:sldLayoutChg chg="add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797206241" sldId="2147483724"/>
            <pc:sldLayoutMk cId="2348630631" sldId="2147483715"/>
          </pc:sldLayoutMkLst>
        </pc:sldLayoutChg>
        <pc:sldLayoutChg chg="add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797206241" sldId="2147483724"/>
            <pc:sldLayoutMk cId="1200206536" sldId="2147483716"/>
          </pc:sldLayoutMkLst>
        </pc:sldLayoutChg>
        <pc:sldLayoutChg chg="add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797206241" sldId="2147483724"/>
            <pc:sldLayoutMk cId="879751851" sldId="2147483717"/>
          </pc:sldLayoutMkLst>
        </pc:sldLayoutChg>
        <pc:sldLayoutChg chg="add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797206241" sldId="2147483724"/>
            <pc:sldLayoutMk cId="2967548917" sldId="2147483718"/>
          </pc:sldLayoutMkLst>
        </pc:sldLayoutChg>
        <pc:sldLayoutChg chg="add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797206241" sldId="2147483724"/>
            <pc:sldLayoutMk cId="2162590025" sldId="2147483719"/>
          </pc:sldLayoutMkLst>
        </pc:sldLayoutChg>
        <pc:sldLayoutChg chg="add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797206241" sldId="2147483724"/>
            <pc:sldLayoutMk cId="2039692437" sldId="2147483720"/>
          </pc:sldLayoutMkLst>
        </pc:sldLayoutChg>
        <pc:sldLayoutChg chg="add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797206241" sldId="2147483724"/>
            <pc:sldLayoutMk cId="2559877944" sldId="2147483721"/>
          </pc:sldLayoutMkLst>
        </pc:sldLayoutChg>
        <pc:sldLayoutChg chg="add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797206241" sldId="2147483724"/>
            <pc:sldLayoutMk cId="2917179390" sldId="2147483722"/>
          </pc:sldLayoutMkLst>
        </pc:sldLayoutChg>
        <pc:sldLayoutChg chg="add">
          <pc:chgData name="Huber Leon" userId="be83c947-4ae9-4fa9-80b3-c723d02a087b" providerId="ADAL" clId="{3372AF06-5843-43D2-954F-808DC0B168C3}" dt="2026-06-22T19:56:41.114" v="128" actId="26606"/>
          <pc:sldLayoutMkLst>
            <pc:docMk/>
            <pc:sldMasterMk cId="797206241" sldId="2147483724"/>
            <pc:sldLayoutMk cId="3501890886" sldId="2147483723"/>
          </pc:sldLayoutMkLst>
        </pc:sldLayoutChg>
      </pc:sldMasterChg>
      <pc:sldMasterChg chg="add del addSldLayout delSldLayout">
        <pc:chgData name="Huber Leon" userId="be83c947-4ae9-4fa9-80b3-c723d02a087b" providerId="ADAL" clId="{3372AF06-5843-43D2-954F-808DC0B168C3}" dt="2026-06-22T19:55:01.182" v="100" actId="26606"/>
        <pc:sldMasterMkLst>
          <pc:docMk/>
          <pc:sldMasterMk cId="3322472612" sldId="2147483752"/>
        </pc:sldMasterMkLst>
        <pc:sldLayoutChg chg="add del">
          <pc:chgData name="Huber Leon" userId="be83c947-4ae9-4fa9-80b3-c723d02a087b" providerId="ADAL" clId="{3372AF06-5843-43D2-954F-808DC0B168C3}" dt="2026-06-22T19:55:01.182" v="100" actId="26606"/>
          <pc:sldLayoutMkLst>
            <pc:docMk/>
            <pc:sldMasterMk cId="3322472612" sldId="2147483752"/>
            <pc:sldLayoutMk cId="2217132948" sldId="2147483741"/>
          </pc:sldLayoutMkLst>
        </pc:sldLayoutChg>
        <pc:sldLayoutChg chg="add del">
          <pc:chgData name="Huber Leon" userId="be83c947-4ae9-4fa9-80b3-c723d02a087b" providerId="ADAL" clId="{3372AF06-5843-43D2-954F-808DC0B168C3}" dt="2026-06-22T19:55:01.182" v="100" actId="26606"/>
          <pc:sldLayoutMkLst>
            <pc:docMk/>
            <pc:sldMasterMk cId="3322472612" sldId="2147483752"/>
            <pc:sldLayoutMk cId="3559339544" sldId="2147483742"/>
          </pc:sldLayoutMkLst>
        </pc:sldLayoutChg>
        <pc:sldLayoutChg chg="add del">
          <pc:chgData name="Huber Leon" userId="be83c947-4ae9-4fa9-80b3-c723d02a087b" providerId="ADAL" clId="{3372AF06-5843-43D2-954F-808DC0B168C3}" dt="2026-06-22T19:55:01.182" v="100" actId="26606"/>
          <pc:sldLayoutMkLst>
            <pc:docMk/>
            <pc:sldMasterMk cId="3322472612" sldId="2147483752"/>
            <pc:sldLayoutMk cId="152316521" sldId="2147483743"/>
          </pc:sldLayoutMkLst>
        </pc:sldLayoutChg>
        <pc:sldLayoutChg chg="add del">
          <pc:chgData name="Huber Leon" userId="be83c947-4ae9-4fa9-80b3-c723d02a087b" providerId="ADAL" clId="{3372AF06-5843-43D2-954F-808DC0B168C3}" dt="2026-06-22T19:55:01.182" v="100" actId="26606"/>
          <pc:sldLayoutMkLst>
            <pc:docMk/>
            <pc:sldMasterMk cId="3322472612" sldId="2147483752"/>
            <pc:sldLayoutMk cId="3804621606" sldId="2147483744"/>
          </pc:sldLayoutMkLst>
        </pc:sldLayoutChg>
        <pc:sldLayoutChg chg="add del">
          <pc:chgData name="Huber Leon" userId="be83c947-4ae9-4fa9-80b3-c723d02a087b" providerId="ADAL" clId="{3372AF06-5843-43D2-954F-808DC0B168C3}" dt="2026-06-22T19:55:01.182" v="100" actId="26606"/>
          <pc:sldLayoutMkLst>
            <pc:docMk/>
            <pc:sldMasterMk cId="3322472612" sldId="2147483752"/>
            <pc:sldLayoutMk cId="1633193738" sldId="2147483745"/>
          </pc:sldLayoutMkLst>
        </pc:sldLayoutChg>
        <pc:sldLayoutChg chg="add del">
          <pc:chgData name="Huber Leon" userId="be83c947-4ae9-4fa9-80b3-c723d02a087b" providerId="ADAL" clId="{3372AF06-5843-43D2-954F-808DC0B168C3}" dt="2026-06-22T19:55:01.182" v="100" actId="26606"/>
          <pc:sldLayoutMkLst>
            <pc:docMk/>
            <pc:sldMasterMk cId="3322472612" sldId="2147483752"/>
            <pc:sldLayoutMk cId="3747862870" sldId="2147483746"/>
          </pc:sldLayoutMkLst>
        </pc:sldLayoutChg>
        <pc:sldLayoutChg chg="add del">
          <pc:chgData name="Huber Leon" userId="be83c947-4ae9-4fa9-80b3-c723d02a087b" providerId="ADAL" clId="{3372AF06-5843-43D2-954F-808DC0B168C3}" dt="2026-06-22T19:55:01.182" v="100" actId="26606"/>
          <pc:sldLayoutMkLst>
            <pc:docMk/>
            <pc:sldMasterMk cId="3322472612" sldId="2147483752"/>
            <pc:sldLayoutMk cId="736096462" sldId="2147483747"/>
          </pc:sldLayoutMkLst>
        </pc:sldLayoutChg>
        <pc:sldLayoutChg chg="add del">
          <pc:chgData name="Huber Leon" userId="be83c947-4ae9-4fa9-80b3-c723d02a087b" providerId="ADAL" clId="{3372AF06-5843-43D2-954F-808DC0B168C3}" dt="2026-06-22T19:55:01.182" v="100" actId="26606"/>
          <pc:sldLayoutMkLst>
            <pc:docMk/>
            <pc:sldMasterMk cId="3322472612" sldId="2147483752"/>
            <pc:sldLayoutMk cId="3649835511" sldId="2147483748"/>
          </pc:sldLayoutMkLst>
        </pc:sldLayoutChg>
        <pc:sldLayoutChg chg="add del">
          <pc:chgData name="Huber Leon" userId="be83c947-4ae9-4fa9-80b3-c723d02a087b" providerId="ADAL" clId="{3372AF06-5843-43D2-954F-808DC0B168C3}" dt="2026-06-22T19:55:01.182" v="100" actId="26606"/>
          <pc:sldLayoutMkLst>
            <pc:docMk/>
            <pc:sldMasterMk cId="3322472612" sldId="2147483752"/>
            <pc:sldLayoutMk cId="1625569419" sldId="2147483749"/>
          </pc:sldLayoutMkLst>
        </pc:sldLayoutChg>
        <pc:sldLayoutChg chg="add del">
          <pc:chgData name="Huber Leon" userId="be83c947-4ae9-4fa9-80b3-c723d02a087b" providerId="ADAL" clId="{3372AF06-5843-43D2-954F-808DC0B168C3}" dt="2026-06-22T19:55:01.182" v="100" actId="26606"/>
          <pc:sldLayoutMkLst>
            <pc:docMk/>
            <pc:sldMasterMk cId="3322472612" sldId="2147483752"/>
            <pc:sldLayoutMk cId="1064419264" sldId="2147483750"/>
          </pc:sldLayoutMkLst>
        </pc:sldLayoutChg>
        <pc:sldLayoutChg chg="add del">
          <pc:chgData name="Huber Leon" userId="be83c947-4ae9-4fa9-80b3-c723d02a087b" providerId="ADAL" clId="{3372AF06-5843-43D2-954F-808DC0B168C3}" dt="2026-06-22T19:55:01.182" v="100" actId="26606"/>
          <pc:sldLayoutMkLst>
            <pc:docMk/>
            <pc:sldMasterMk cId="3322472612" sldId="2147483752"/>
            <pc:sldLayoutMk cId="2259463606" sldId="2147483751"/>
          </pc:sldLayoutMkLst>
        </pc:sldLayoutChg>
      </pc:sldMasterChg>
      <pc:sldMasterChg chg="add del addSldLayout delSldLayout">
        <pc:chgData name="Huber Leon" userId="be83c947-4ae9-4fa9-80b3-c723d02a087b" providerId="ADAL" clId="{3372AF06-5843-43D2-954F-808DC0B168C3}" dt="2026-06-22T19:53:18.818" v="76" actId="26606"/>
        <pc:sldMasterMkLst>
          <pc:docMk/>
          <pc:sldMasterMk cId="1070090350" sldId="2147483765"/>
        </pc:sldMasterMkLst>
        <pc:sldLayoutChg chg="add del">
          <pc:chgData name="Huber Leon" userId="be83c947-4ae9-4fa9-80b3-c723d02a087b" providerId="ADAL" clId="{3372AF06-5843-43D2-954F-808DC0B168C3}" dt="2026-06-22T19:53:18.818" v="76" actId="26606"/>
          <pc:sldLayoutMkLst>
            <pc:docMk/>
            <pc:sldMasterMk cId="1070090350" sldId="2147483765"/>
            <pc:sldLayoutMk cId="1679184684" sldId="2147483754"/>
          </pc:sldLayoutMkLst>
        </pc:sldLayoutChg>
        <pc:sldLayoutChg chg="add del">
          <pc:chgData name="Huber Leon" userId="be83c947-4ae9-4fa9-80b3-c723d02a087b" providerId="ADAL" clId="{3372AF06-5843-43D2-954F-808DC0B168C3}" dt="2026-06-22T19:53:18.818" v="76" actId="26606"/>
          <pc:sldLayoutMkLst>
            <pc:docMk/>
            <pc:sldMasterMk cId="1070090350" sldId="2147483765"/>
            <pc:sldLayoutMk cId="4041003840" sldId="2147483755"/>
          </pc:sldLayoutMkLst>
        </pc:sldLayoutChg>
        <pc:sldLayoutChg chg="add del">
          <pc:chgData name="Huber Leon" userId="be83c947-4ae9-4fa9-80b3-c723d02a087b" providerId="ADAL" clId="{3372AF06-5843-43D2-954F-808DC0B168C3}" dt="2026-06-22T19:53:18.818" v="76" actId="26606"/>
          <pc:sldLayoutMkLst>
            <pc:docMk/>
            <pc:sldMasterMk cId="1070090350" sldId="2147483765"/>
            <pc:sldLayoutMk cId="1143472149" sldId="2147483756"/>
          </pc:sldLayoutMkLst>
        </pc:sldLayoutChg>
        <pc:sldLayoutChg chg="add del">
          <pc:chgData name="Huber Leon" userId="be83c947-4ae9-4fa9-80b3-c723d02a087b" providerId="ADAL" clId="{3372AF06-5843-43D2-954F-808DC0B168C3}" dt="2026-06-22T19:53:18.818" v="76" actId="26606"/>
          <pc:sldLayoutMkLst>
            <pc:docMk/>
            <pc:sldMasterMk cId="1070090350" sldId="2147483765"/>
            <pc:sldLayoutMk cId="4067414874" sldId="2147483757"/>
          </pc:sldLayoutMkLst>
        </pc:sldLayoutChg>
        <pc:sldLayoutChg chg="add del">
          <pc:chgData name="Huber Leon" userId="be83c947-4ae9-4fa9-80b3-c723d02a087b" providerId="ADAL" clId="{3372AF06-5843-43D2-954F-808DC0B168C3}" dt="2026-06-22T19:53:18.818" v="76" actId="26606"/>
          <pc:sldLayoutMkLst>
            <pc:docMk/>
            <pc:sldMasterMk cId="1070090350" sldId="2147483765"/>
            <pc:sldLayoutMk cId="3522909737" sldId="2147483758"/>
          </pc:sldLayoutMkLst>
        </pc:sldLayoutChg>
        <pc:sldLayoutChg chg="add del">
          <pc:chgData name="Huber Leon" userId="be83c947-4ae9-4fa9-80b3-c723d02a087b" providerId="ADAL" clId="{3372AF06-5843-43D2-954F-808DC0B168C3}" dt="2026-06-22T19:53:18.818" v="76" actId="26606"/>
          <pc:sldLayoutMkLst>
            <pc:docMk/>
            <pc:sldMasterMk cId="1070090350" sldId="2147483765"/>
            <pc:sldLayoutMk cId="801781985" sldId="2147483759"/>
          </pc:sldLayoutMkLst>
        </pc:sldLayoutChg>
        <pc:sldLayoutChg chg="add del">
          <pc:chgData name="Huber Leon" userId="be83c947-4ae9-4fa9-80b3-c723d02a087b" providerId="ADAL" clId="{3372AF06-5843-43D2-954F-808DC0B168C3}" dt="2026-06-22T19:53:18.818" v="76" actId="26606"/>
          <pc:sldLayoutMkLst>
            <pc:docMk/>
            <pc:sldMasterMk cId="1070090350" sldId="2147483765"/>
            <pc:sldLayoutMk cId="3572066811" sldId="2147483760"/>
          </pc:sldLayoutMkLst>
        </pc:sldLayoutChg>
        <pc:sldLayoutChg chg="add del">
          <pc:chgData name="Huber Leon" userId="be83c947-4ae9-4fa9-80b3-c723d02a087b" providerId="ADAL" clId="{3372AF06-5843-43D2-954F-808DC0B168C3}" dt="2026-06-22T19:53:18.818" v="76" actId="26606"/>
          <pc:sldLayoutMkLst>
            <pc:docMk/>
            <pc:sldMasterMk cId="1070090350" sldId="2147483765"/>
            <pc:sldLayoutMk cId="617754866" sldId="2147483761"/>
          </pc:sldLayoutMkLst>
        </pc:sldLayoutChg>
        <pc:sldLayoutChg chg="add del">
          <pc:chgData name="Huber Leon" userId="be83c947-4ae9-4fa9-80b3-c723d02a087b" providerId="ADAL" clId="{3372AF06-5843-43D2-954F-808DC0B168C3}" dt="2026-06-22T19:53:18.818" v="76" actId="26606"/>
          <pc:sldLayoutMkLst>
            <pc:docMk/>
            <pc:sldMasterMk cId="1070090350" sldId="2147483765"/>
            <pc:sldLayoutMk cId="9412097" sldId="2147483762"/>
          </pc:sldLayoutMkLst>
        </pc:sldLayoutChg>
        <pc:sldLayoutChg chg="add del">
          <pc:chgData name="Huber Leon" userId="be83c947-4ae9-4fa9-80b3-c723d02a087b" providerId="ADAL" clId="{3372AF06-5843-43D2-954F-808DC0B168C3}" dt="2026-06-22T19:53:18.818" v="76" actId="26606"/>
          <pc:sldLayoutMkLst>
            <pc:docMk/>
            <pc:sldMasterMk cId="1070090350" sldId="2147483765"/>
            <pc:sldLayoutMk cId="1179999751" sldId="2147483763"/>
          </pc:sldLayoutMkLst>
        </pc:sldLayoutChg>
        <pc:sldLayoutChg chg="add del">
          <pc:chgData name="Huber Leon" userId="be83c947-4ae9-4fa9-80b3-c723d02a087b" providerId="ADAL" clId="{3372AF06-5843-43D2-954F-808DC0B168C3}" dt="2026-06-22T19:53:18.818" v="76" actId="26606"/>
          <pc:sldLayoutMkLst>
            <pc:docMk/>
            <pc:sldMasterMk cId="1070090350" sldId="2147483765"/>
            <pc:sldLayoutMk cId="4026127973" sldId="2147483764"/>
          </pc:sldLayoutMkLst>
        </pc:sldLayoutChg>
      </pc:sldMasterChg>
      <pc:sldMasterChg chg="add del addSldLayout delSldLayout">
        <pc:chgData name="Huber Leon" userId="be83c947-4ae9-4fa9-80b3-c723d02a087b" providerId="ADAL" clId="{3372AF06-5843-43D2-954F-808DC0B168C3}" dt="2026-06-22T19:54:06.953" v="87" actId="26606"/>
        <pc:sldMasterMkLst>
          <pc:docMk/>
          <pc:sldMasterMk cId="2805476112" sldId="2147483765"/>
        </pc:sldMasterMkLst>
        <pc:sldLayoutChg chg="add del">
          <pc:chgData name="Huber Leon" userId="be83c947-4ae9-4fa9-80b3-c723d02a087b" providerId="ADAL" clId="{3372AF06-5843-43D2-954F-808DC0B168C3}" dt="2026-06-22T19:54:06.953" v="87" actId="26606"/>
          <pc:sldLayoutMkLst>
            <pc:docMk/>
            <pc:sldMasterMk cId="2805476112" sldId="2147483765"/>
            <pc:sldLayoutMk cId="3623355344" sldId="2147483754"/>
          </pc:sldLayoutMkLst>
        </pc:sldLayoutChg>
        <pc:sldLayoutChg chg="add del">
          <pc:chgData name="Huber Leon" userId="be83c947-4ae9-4fa9-80b3-c723d02a087b" providerId="ADAL" clId="{3372AF06-5843-43D2-954F-808DC0B168C3}" dt="2026-06-22T19:54:06.953" v="87" actId="26606"/>
          <pc:sldLayoutMkLst>
            <pc:docMk/>
            <pc:sldMasterMk cId="2805476112" sldId="2147483765"/>
            <pc:sldLayoutMk cId="2382839993" sldId="2147483755"/>
          </pc:sldLayoutMkLst>
        </pc:sldLayoutChg>
        <pc:sldLayoutChg chg="add del">
          <pc:chgData name="Huber Leon" userId="be83c947-4ae9-4fa9-80b3-c723d02a087b" providerId="ADAL" clId="{3372AF06-5843-43D2-954F-808DC0B168C3}" dt="2026-06-22T19:54:06.953" v="87" actId="26606"/>
          <pc:sldLayoutMkLst>
            <pc:docMk/>
            <pc:sldMasterMk cId="2805476112" sldId="2147483765"/>
            <pc:sldLayoutMk cId="1522738572" sldId="2147483756"/>
          </pc:sldLayoutMkLst>
        </pc:sldLayoutChg>
        <pc:sldLayoutChg chg="add del">
          <pc:chgData name="Huber Leon" userId="be83c947-4ae9-4fa9-80b3-c723d02a087b" providerId="ADAL" clId="{3372AF06-5843-43D2-954F-808DC0B168C3}" dt="2026-06-22T19:54:06.953" v="87" actId="26606"/>
          <pc:sldLayoutMkLst>
            <pc:docMk/>
            <pc:sldMasterMk cId="2805476112" sldId="2147483765"/>
            <pc:sldLayoutMk cId="3519894802" sldId="2147483757"/>
          </pc:sldLayoutMkLst>
        </pc:sldLayoutChg>
        <pc:sldLayoutChg chg="add del">
          <pc:chgData name="Huber Leon" userId="be83c947-4ae9-4fa9-80b3-c723d02a087b" providerId="ADAL" clId="{3372AF06-5843-43D2-954F-808DC0B168C3}" dt="2026-06-22T19:54:06.953" v="87" actId="26606"/>
          <pc:sldLayoutMkLst>
            <pc:docMk/>
            <pc:sldMasterMk cId="2805476112" sldId="2147483765"/>
            <pc:sldLayoutMk cId="1563411389" sldId="2147483758"/>
          </pc:sldLayoutMkLst>
        </pc:sldLayoutChg>
        <pc:sldLayoutChg chg="add del">
          <pc:chgData name="Huber Leon" userId="be83c947-4ae9-4fa9-80b3-c723d02a087b" providerId="ADAL" clId="{3372AF06-5843-43D2-954F-808DC0B168C3}" dt="2026-06-22T19:54:06.953" v="87" actId="26606"/>
          <pc:sldLayoutMkLst>
            <pc:docMk/>
            <pc:sldMasterMk cId="2805476112" sldId="2147483765"/>
            <pc:sldLayoutMk cId="2658258675" sldId="2147483759"/>
          </pc:sldLayoutMkLst>
        </pc:sldLayoutChg>
        <pc:sldLayoutChg chg="add del">
          <pc:chgData name="Huber Leon" userId="be83c947-4ae9-4fa9-80b3-c723d02a087b" providerId="ADAL" clId="{3372AF06-5843-43D2-954F-808DC0B168C3}" dt="2026-06-22T19:54:06.953" v="87" actId="26606"/>
          <pc:sldLayoutMkLst>
            <pc:docMk/>
            <pc:sldMasterMk cId="2805476112" sldId="2147483765"/>
            <pc:sldLayoutMk cId="3937397020" sldId="2147483760"/>
          </pc:sldLayoutMkLst>
        </pc:sldLayoutChg>
        <pc:sldLayoutChg chg="add del">
          <pc:chgData name="Huber Leon" userId="be83c947-4ae9-4fa9-80b3-c723d02a087b" providerId="ADAL" clId="{3372AF06-5843-43D2-954F-808DC0B168C3}" dt="2026-06-22T19:54:06.953" v="87" actId="26606"/>
          <pc:sldLayoutMkLst>
            <pc:docMk/>
            <pc:sldMasterMk cId="2805476112" sldId="2147483765"/>
            <pc:sldLayoutMk cId="1054885355" sldId="2147483761"/>
          </pc:sldLayoutMkLst>
        </pc:sldLayoutChg>
        <pc:sldLayoutChg chg="add del">
          <pc:chgData name="Huber Leon" userId="be83c947-4ae9-4fa9-80b3-c723d02a087b" providerId="ADAL" clId="{3372AF06-5843-43D2-954F-808DC0B168C3}" dt="2026-06-22T19:54:06.953" v="87" actId="26606"/>
          <pc:sldLayoutMkLst>
            <pc:docMk/>
            <pc:sldMasterMk cId="2805476112" sldId="2147483765"/>
            <pc:sldLayoutMk cId="918558143" sldId="2147483762"/>
          </pc:sldLayoutMkLst>
        </pc:sldLayoutChg>
        <pc:sldLayoutChg chg="add del">
          <pc:chgData name="Huber Leon" userId="be83c947-4ae9-4fa9-80b3-c723d02a087b" providerId="ADAL" clId="{3372AF06-5843-43D2-954F-808DC0B168C3}" dt="2026-06-22T19:54:06.953" v="87" actId="26606"/>
          <pc:sldLayoutMkLst>
            <pc:docMk/>
            <pc:sldMasterMk cId="2805476112" sldId="2147483765"/>
            <pc:sldLayoutMk cId="1784149039" sldId="2147483763"/>
          </pc:sldLayoutMkLst>
        </pc:sldLayoutChg>
        <pc:sldLayoutChg chg="add del">
          <pc:chgData name="Huber Leon" userId="be83c947-4ae9-4fa9-80b3-c723d02a087b" providerId="ADAL" clId="{3372AF06-5843-43D2-954F-808DC0B168C3}" dt="2026-06-22T19:54:06.953" v="87" actId="26606"/>
          <pc:sldLayoutMkLst>
            <pc:docMk/>
            <pc:sldMasterMk cId="2805476112" sldId="2147483765"/>
            <pc:sldLayoutMk cId="2806765484" sldId="2147483764"/>
          </pc:sldLayoutMkLst>
        </pc:sldLayoutChg>
      </pc:sldMasterChg>
      <pc:sldMasterChg chg="add del addSldLayout delSldLayout">
        <pc:chgData name="Huber Leon" userId="be83c947-4ae9-4fa9-80b3-c723d02a087b" providerId="ADAL" clId="{3372AF06-5843-43D2-954F-808DC0B168C3}" dt="2026-06-22T19:52:49.312" v="57" actId="26606"/>
        <pc:sldMasterMkLst>
          <pc:docMk/>
          <pc:sldMasterMk cId="2647863961" sldId="2147483766"/>
        </pc:sldMasterMkLst>
        <pc:sldLayoutChg chg="add del">
          <pc:chgData name="Huber Leon" userId="be83c947-4ae9-4fa9-80b3-c723d02a087b" providerId="ADAL" clId="{3372AF06-5843-43D2-954F-808DC0B168C3}" dt="2026-06-22T19:52:49.312" v="57" actId="26606"/>
          <pc:sldLayoutMkLst>
            <pc:docMk/>
            <pc:sldMasterMk cId="2647863961" sldId="2147483766"/>
            <pc:sldLayoutMk cId="2646456794" sldId="2147483767"/>
          </pc:sldLayoutMkLst>
        </pc:sldLayoutChg>
        <pc:sldLayoutChg chg="add del">
          <pc:chgData name="Huber Leon" userId="be83c947-4ae9-4fa9-80b3-c723d02a087b" providerId="ADAL" clId="{3372AF06-5843-43D2-954F-808DC0B168C3}" dt="2026-06-22T19:52:49.312" v="57" actId="26606"/>
          <pc:sldLayoutMkLst>
            <pc:docMk/>
            <pc:sldMasterMk cId="2647863961" sldId="2147483766"/>
            <pc:sldLayoutMk cId="1206799112" sldId="2147483768"/>
          </pc:sldLayoutMkLst>
        </pc:sldLayoutChg>
        <pc:sldLayoutChg chg="add del">
          <pc:chgData name="Huber Leon" userId="be83c947-4ae9-4fa9-80b3-c723d02a087b" providerId="ADAL" clId="{3372AF06-5843-43D2-954F-808DC0B168C3}" dt="2026-06-22T19:52:49.312" v="57" actId="26606"/>
          <pc:sldLayoutMkLst>
            <pc:docMk/>
            <pc:sldMasterMk cId="2647863961" sldId="2147483766"/>
            <pc:sldLayoutMk cId="478804339" sldId="2147483769"/>
          </pc:sldLayoutMkLst>
        </pc:sldLayoutChg>
        <pc:sldLayoutChg chg="add del">
          <pc:chgData name="Huber Leon" userId="be83c947-4ae9-4fa9-80b3-c723d02a087b" providerId="ADAL" clId="{3372AF06-5843-43D2-954F-808DC0B168C3}" dt="2026-06-22T19:52:49.312" v="57" actId="26606"/>
          <pc:sldLayoutMkLst>
            <pc:docMk/>
            <pc:sldMasterMk cId="2647863961" sldId="2147483766"/>
            <pc:sldLayoutMk cId="3720107248" sldId="2147483770"/>
          </pc:sldLayoutMkLst>
        </pc:sldLayoutChg>
        <pc:sldLayoutChg chg="add del">
          <pc:chgData name="Huber Leon" userId="be83c947-4ae9-4fa9-80b3-c723d02a087b" providerId="ADAL" clId="{3372AF06-5843-43D2-954F-808DC0B168C3}" dt="2026-06-22T19:52:49.312" v="57" actId="26606"/>
          <pc:sldLayoutMkLst>
            <pc:docMk/>
            <pc:sldMasterMk cId="2647863961" sldId="2147483766"/>
            <pc:sldLayoutMk cId="4195363631" sldId="2147483771"/>
          </pc:sldLayoutMkLst>
        </pc:sldLayoutChg>
        <pc:sldLayoutChg chg="add del">
          <pc:chgData name="Huber Leon" userId="be83c947-4ae9-4fa9-80b3-c723d02a087b" providerId="ADAL" clId="{3372AF06-5843-43D2-954F-808DC0B168C3}" dt="2026-06-22T19:52:49.312" v="57" actId="26606"/>
          <pc:sldLayoutMkLst>
            <pc:docMk/>
            <pc:sldMasterMk cId="2647863961" sldId="2147483766"/>
            <pc:sldLayoutMk cId="846295705" sldId="2147483772"/>
          </pc:sldLayoutMkLst>
        </pc:sldLayoutChg>
        <pc:sldLayoutChg chg="add del">
          <pc:chgData name="Huber Leon" userId="be83c947-4ae9-4fa9-80b3-c723d02a087b" providerId="ADAL" clId="{3372AF06-5843-43D2-954F-808DC0B168C3}" dt="2026-06-22T19:52:49.312" v="57" actId="26606"/>
          <pc:sldLayoutMkLst>
            <pc:docMk/>
            <pc:sldMasterMk cId="2647863961" sldId="2147483766"/>
            <pc:sldLayoutMk cId="64606045" sldId="2147483773"/>
          </pc:sldLayoutMkLst>
        </pc:sldLayoutChg>
        <pc:sldLayoutChg chg="add del">
          <pc:chgData name="Huber Leon" userId="be83c947-4ae9-4fa9-80b3-c723d02a087b" providerId="ADAL" clId="{3372AF06-5843-43D2-954F-808DC0B168C3}" dt="2026-06-22T19:52:49.312" v="57" actId="26606"/>
          <pc:sldLayoutMkLst>
            <pc:docMk/>
            <pc:sldMasterMk cId="2647863961" sldId="2147483766"/>
            <pc:sldLayoutMk cId="2302267457" sldId="2147483774"/>
          </pc:sldLayoutMkLst>
        </pc:sldLayoutChg>
        <pc:sldLayoutChg chg="add del">
          <pc:chgData name="Huber Leon" userId="be83c947-4ae9-4fa9-80b3-c723d02a087b" providerId="ADAL" clId="{3372AF06-5843-43D2-954F-808DC0B168C3}" dt="2026-06-22T19:52:49.312" v="57" actId="26606"/>
          <pc:sldLayoutMkLst>
            <pc:docMk/>
            <pc:sldMasterMk cId="2647863961" sldId="2147483766"/>
            <pc:sldLayoutMk cId="168861513" sldId="2147483775"/>
          </pc:sldLayoutMkLst>
        </pc:sldLayoutChg>
        <pc:sldLayoutChg chg="add del">
          <pc:chgData name="Huber Leon" userId="be83c947-4ae9-4fa9-80b3-c723d02a087b" providerId="ADAL" clId="{3372AF06-5843-43D2-954F-808DC0B168C3}" dt="2026-06-22T19:52:49.312" v="57" actId="26606"/>
          <pc:sldLayoutMkLst>
            <pc:docMk/>
            <pc:sldMasterMk cId="2647863961" sldId="2147483766"/>
            <pc:sldLayoutMk cId="653216967" sldId="2147483776"/>
          </pc:sldLayoutMkLst>
        </pc:sldLayoutChg>
        <pc:sldLayoutChg chg="add del">
          <pc:chgData name="Huber Leon" userId="be83c947-4ae9-4fa9-80b3-c723d02a087b" providerId="ADAL" clId="{3372AF06-5843-43D2-954F-808DC0B168C3}" dt="2026-06-22T19:52:49.312" v="57" actId="26606"/>
          <pc:sldLayoutMkLst>
            <pc:docMk/>
            <pc:sldMasterMk cId="2647863961" sldId="2147483766"/>
            <pc:sldLayoutMk cId="1515051890" sldId="2147483777"/>
          </pc:sldLayoutMkLst>
        </pc:sldLayoutChg>
      </pc:sldMasterChg>
      <pc:sldMasterChg chg="add del addSldLayout delSldLayout">
        <pc:chgData name="Huber Leon" userId="be83c947-4ae9-4fa9-80b3-c723d02a087b" providerId="ADAL" clId="{3372AF06-5843-43D2-954F-808DC0B168C3}" dt="2026-06-22T19:53:17.543" v="71" actId="26606"/>
        <pc:sldMasterMkLst>
          <pc:docMk/>
          <pc:sldMasterMk cId="1663288369" sldId="2147483828"/>
        </pc:sldMasterMkLst>
        <pc:sldLayoutChg chg="add del">
          <pc:chgData name="Huber Leon" userId="be83c947-4ae9-4fa9-80b3-c723d02a087b" providerId="ADAL" clId="{3372AF06-5843-43D2-954F-808DC0B168C3}" dt="2026-06-22T19:53:17.543" v="71" actId="26606"/>
          <pc:sldLayoutMkLst>
            <pc:docMk/>
            <pc:sldMasterMk cId="1663288369" sldId="2147483828"/>
            <pc:sldLayoutMk cId="438074962" sldId="2147483817"/>
          </pc:sldLayoutMkLst>
        </pc:sldLayoutChg>
        <pc:sldLayoutChg chg="add del">
          <pc:chgData name="Huber Leon" userId="be83c947-4ae9-4fa9-80b3-c723d02a087b" providerId="ADAL" clId="{3372AF06-5843-43D2-954F-808DC0B168C3}" dt="2026-06-22T19:53:17.543" v="71" actId="26606"/>
          <pc:sldLayoutMkLst>
            <pc:docMk/>
            <pc:sldMasterMk cId="1663288369" sldId="2147483828"/>
            <pc:sldLayoutMk cId="2183768490" sldId="2147483818"/>
          </pc:sldLayoutMkLst>
        </pc:sldLayoutChg>
        <pc:sldLayoutChg chg="add del">
          <pc:chgData name="Huber Leon" userId="be83c947-4ae9-4fa9-80b3-c723d02a087b" providerId="ADAL" clId="{3372AF06-5843-43D2-954F-808DC0B168C3}" dt="2026-06-22T19:53:17.543" v="71" actId="26606"/>
          <pc:sldLayoutMkLst>
            <pc:docMk/>
            <pc:sldMasterMk cId="1663288369" sldId="2147483828"/>
            <pc:sldLayoutMk cId="3340274129" sldId="2147483819"/>
          </pc:sldLayoutMkLst>
        </pc:sldLayoutChg>
        <pc:sldLayoutChg chg="add del">
          <pc:chgData name="Huber Leon" userId="be83c947-4ae9-4fa9-80b3-c723d02a087b" providerId="ADAL" clId="{3372AF06-5843-43D2-954F-808DC0B168C3}" dt="2026-06-22T19:53:17.543" v="71" actId="26606"/>
          <pc:sldLayoutMkLst>
            <pc:docMk/>
            <pc:sldMasterMk cId="1663288369" sldId="2147483828"/>
            <pc:sldLayoutMk cId="2394808785" sldId="2147483820"/>
          </pc:sldLayoutMkLst>
        </pc:sldLayoutChg>
        <pc:sldLayoutChg chg="add del">
          <pc:chgData name="Huber Leon" userId="be83c947-4ae9-4fa9-80b3-c723d02a087b" providerId="ADAL" clId="{3372AF06-5843-43D2-954F-808DC0B168C3}" dt="2026-06-22T19:53:17.543" v="71" actId="26606"/>
          <pc:sldLayoutMkLst>
            <pc:docMk/>
            <pc:sldMasterMk cId="1663288369" sldId="2147483828"/>
            <pc:sldLayoutMk cId="1645495074" sldId="2147483821"/>
          </pc:sldLayoutMkLst>
        </pc:sldLayoutChg>
        <pc:sldLayoutChg chg="add del">
          <pc:chgData name="Huber Leon" userId="be83c947-4ae9-4fa9-80b3-c723d02a087b" providerId="ADAL" clId="{3372AF06-5843-43D2-954F-808DC0B168C3}" dt="2026-06-22T19:53:17.543" v="71" actId="26606"/>
          <pc:sldLayoutMkLst>
            <pc:docMk/>
            <pc:sldMasterMk cId="1663288369" sldId="2147483828"/>
            <pc:sldLayoutMk cId="2761337009" sldId="2147483822"/>
          </pc:sldLayoutMkLst>
        </pc:sldLayoutChg>
        <pc:sldLayoutChg chg="add del">
          <pc:chgData name="Huber Leon" userId="be83c947-4ae9-4fa9-80b3-c723d02a087b" providerId="ADAL" clId="{3372AF06-5843-43D2-954F-808DC0B168C3}" dt="2026-06-22T19:53:17.543" v="71" actId="26606"/>
          <pc:sldLayoutMkLst>
            <pc:docMk/>
            <pc:sldMasterMk cId="1663288369" sldId="2147483828"/>
            <pc:sldLayoutMk cId="2587727888" sldId="2147483823"/>
          </pc:sldLayoutMkLst>
        </pc:sldLayoutChg>
        <pc:sldLayoutChg chg="add del">
          <pc:chgData name="Huber Leon" userId="be83c947-4ae9-4fa9-80b3-c723d02a087b" providerId="ADAL" clId="{3372AF06-5843-43D2-954F-808DC0B168C3}" dt="2026-06-22T19:53:17.543" v="71" actId="26606"/>
          <pc:sldLayoutMkLst>
            <pc:docMk/>
            <pc:sldMasterMk cId="1663288369" sldId="2147483828"/>
            <pc:sldLayoutMk cId="2171093764" sldId="2147483824"/>
          </pc:sldLayoutMkLst>
        </pc:sldLayoutChg>
        <pc:sldLayoutChg chg="add del">
          <pc:chgData name="Huber Leon" userId="be83c947-4ae9-4fa9-80b3-c723d02a087b" providerId="ADAL" clId="{3372AF06-5843-43D2-954F-808DC0B168C3}" dt="2026-06-22T19:53:17.543" v="71" actId="26606"/>
          <pc:sldLayoutMkLst>
            <pc:docMk/>
            <pc:sldMasterMk cId="1663288369" sldId="2147483828"/>
            <pc:sldLayoutMk cId="2239406438" sldId="2147483825"/>
          </pc:sldLayoutMkLst>
        </pc:sldLayoutChg>
        <pc:sldLayoutChg chg="add del">
          <pc:chgData name="Huber Leon" userId="be83c947-4ae9-4fa9-80b3-c723d02a087b" providerId="ADAL" clId="{3372AF06-5843-43D2-954F-808DC0B168C3}" dt="2026-06-22T19:53:17.543" v="71" actId="26606"/>
          <pc:sldLayoutMkLst>
            <pc:docMk/>
            <pc:sldMasterMk cId="1663288369" sldId="2147483828"/>
            <pc:sldLayoutMk cId="1779525865" sldId="2147483826"/>
          </pc:sldLayoutMkLst>
        </pc:sldLayoutChg>
        <pc:sldLayoutChg chg="add del">
          <pc:chgData name="Huber Leon" userId="be83c947-4ae9-4fa9-80b3-c723d02a087b" providerId="ADAL" clId="{3372AF06-5843-43D2-954F-808DC0B168C3}" dt="2026-06-22T19:53:17.543" v="71" actId="26606"/>
          <pc:sldLayoutMkLst>
            <pc:docMk/>
            <pc:sldMasterMk cId="1663288369" sldId="2147483828"/>
            <pc:sldLayoutMk cId="2641051953" sldId="2147483827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3050E8-0FD8-48BD-8A39-D4D10751102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45C8E42-7DAC-4BBC-B291-227E92198CFB}">
      <dgm:prSet custT="1"/>
      <dgm:spPr/>
      <dgm:t>
        <a:bodyPr/>
        <a:lstStyle/>
        <a:p>
          <a:r>
            <a:rPr lang="de-AT" sz="3200" dirty="0"/>
            <a:t>Karteikarten</a:t>
          </a:r>
          <a:endParaRPr lang="en-US" sz="3200" dirty="0"/>
        </a:p>
      </dgm:t>
    </dgm:pt>
    <dgm:pt modelId="{D5F77546-30A9-4BA7-937A-70748DC09414}" type="parTrans" cxnId="{73857409-F3D4-4EED-B56E-D5EBA55FE755}">
      <dgm:prSet/>
      <dgm:spPr/>
      <dgm:t>
        <a:bodyPr/>
        <a:lstStyle/>
        <a:p>
          <a:endParaRPr lang="en-US"/>
        </a:p>
      </dgm:t>
    </dgm:pt>
    <dgm:pt modelId="{1E967278-153C-46B4-AC98-6331EAA7625D}" type="sibTrans" cxnId="{73857409-F3D4-4EED-B56E-D5EBA55FE755}">
      <dgm:prSet/>
      <dgm:spPr/>
      <dgm:t>
        <a:bodyPr/>
        <a:lstStyle/>
        <a:p>
          <a:endParaRPr lang="en-US"/>
        </a:p>
      </dgm:t>
    </dgm:pt>
    <dgm:pt modelId="{8FD7E9F1-1659-428E-8629-223929AC15D3}">
      <dgm:prSet custT="1"/>
      <dgm:spPr/>
      <dgm:t>
        <a:bodyPr/>
        <a:lstStyle/>
        <a:p>
          <a:r>
            <a:rPr lang="de-AT" sz="3200" dirty="0"/>
            <a:t>FSRS</a:t>
          </a:r>
          <a:endParaRPr lang="en-US" sz="2500" dirty="0"/>
        </a:p>
      </dgm:t>
    </dgm:pt>
    <dgm:pt modelId="{C822D19B-C905-4D8B-A1E7-AD292B2CD485}" type="parTrans" cxnId="{0FFF2776-9580-44E7-91F7-A8B5082D1EBC}">
      <dgm:prSet/>
      <dgm:spPr/>
      <dgm:t>
        <a:bodyPr/>
        <a:lstStyle/>
        <a:p>
          <a:endParaRPr lang="en-US"/>
        </a:p>
      </dgm:t>
    </dgm:pt>
    <dgm:pt modelId="{2E29E0A1-17E5-4F4C-A167-207CB9FED2D7}" type="sibTrans" cxnId="{0FFF2776-9580-44E7-91F7-A8B5082D1EBC}">
      <dgm:prSet/>
      <dgm:spPr/>
      <dgm:t>
        <a:bodyPr/>
        <a:lstStyle/>
        <a:p>
          <a:endParaRPr lang="en-US"/>
        </a:p>
      </dgm:t>
    </dgm:pt>
    <dgm:pt modelId="{A73A20D2-45AC-4281-B12D-BC2118C2CA5B}">
      <dgm:prSet custT="1"/>
      <dgm:spPr/>
      <dgm:t>
        <a:bodyPr/>
        <a:lstStyle/>
        <a:p>
          <a:r>
            <a:rPr lang="de-AT" sz="3200" dirty="0"/>
            <a:t>Web- und </a:t>
          </a:r>
          <a:br>
            <a:rPr lang="de-AT" sz="3200" dirty="0"/>
          </a:br>
          <a:r>
            <a:rPr lang="de-AT" sz="3200" dirty="0"/>
            <a:t>Android-App</a:t>
          </a:r>
          <a:endParaRPr lang="en-US" sz="3200" dirty="0"/>
        </a:p>
      </dgm:t>
    </dgm:pt>
    <dgm:pt modelId="{5C846BD6-9894-4BD5-8992-4EBAD2BED13D}" type="parTrans" cxnId="{CE8B6FC0-BE89-4D25-B3E0-4CF6ADA686AD}">
      <dgm:prSet/>
      <dgm:spPr/>
      <dgm:t>
        <a:bodyPr/>
        <a:lstStyle/>
        <a:p>
          <a:endParaRPr lang="en-US"/>
        </a:p>
      </dgm:t>
    </dgm:pt>
    <dgm:pt modelId="{B48B46C6-0561-4875-874C-289934B35C70}" type="sibTrans" cxnId="{CE8B6FC0-BE89-4D25-B3E0-4CF6ADA686AD}">
      <dgm:prSet/>
      <dgm:spPr/>
      <dgm:t>
        <a:bodyPr/>
        <a:lstStyle/>
        <a:p>
          <a:endParaRPr lang="en-US"/>
        </a:p>
      </dgm:t>
    </dgm:pt>
    <dgm:pt modelId="{0E885EA5-00A6-46C4-AEC7-C380CB70EC23}" type="pres">
      <dgm:prSet presAssocID="{A33050E8-0FD8-48BD-8A39-D4D107511022}" presName="root" presStyleCnt="0">
        <dgm:presLayoutVars>
          <dgm:dir/>
          <dgm:resizeHandles val="exact"/>
        </dgm:presLayoutVars>
      </dgm:prSet>
      <dgm:spPr/>
    </dgm:pt>
    <dgm:pt modelId="{BED54409-BECB-41DB-82A6-655808EDD7D3}" type="pres">
      <dgm:prSet presAssocID="{B45C8E42-7DAC-4BBC-B291-227E92198CFB}" presName="compNode" presStyleCnt="0"/>
      <dgm:spPr/>
    </dgm:pt>
    <dgm:pt modelId="{D384AEC1-7DAA-4581-8EE7-35A6C025DCAF}" type="pres">
      <dgm:prSet presAssocID="{B45C8E42-7DAC-4BBC-B291-227E92198CFB}" presName="iconRect" presStyleLbl="node1" presStyleIdx="0" presStyleCnt="3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</dgm:spPr>
    </dgm:pt>
    <dgm:pt modelId="{9DAE70E0-5F37-4E7D-9287-3611B1B1DB8F}" type="pres">
      <dgm:prSet presAssocID="{B45C8E42-7DAC-4BBC-B291-227E92198CFB}" presName="spaceRect" presStyleCnt="0"/>
      <dgm:spPr/>
    </dgm:pt>
    <dgm:pt modelId="{C571818E-DFC5-4B0A-8B3B-A4058C2714AD}" type="pres">
      <dgm:prSet presAssocID="{B45C8E42-7DAC-4BBC-B291-227E92198CFB}" presName="textRect" presStyleLbl="revTx" presStyleIdx="0" presStyleCnt="3">
        <dgm:presLayoutVars>
          <dgm:chMax val="1"/>
          <dgm:chPref val="1"/>
        </dgm:presLayoutVars>
      </dgm:prSet>
      <dgm:spPr/>
    </dgm:pt>
    <dgm:pt modelId="{27439C8B-BBFA-4BF0-8C17-46E26DA27DE6}" type="pres">
      <dgm:prSet presAssocID="{1E967278-153C-46B4-AC98-6331EAA7625D}" presName="sibTrans" presStyleCnt="0"/>
      <dgm:spPr/>
    </dgm:pt>
    <dgm:pt modelId="{E7DF6F3E-B6F8-4DC7-95C0-AEE415694729}" type="pres">
      <dgm:prSet presAssocID="{8FD7E9F1-1659-428E-8629-223929AC15D3}" presName="compNode" presStyleCnt="0"/>
      <dgm:spPr/>
    </dgm:pt>
    <dgm:pt modelId="{4DE97D01-537C-4AB1-B6D9-04E206869A66}" type="pres">
      <dgm:prSet presAssocID="{8FD7E9F1-1659-428E-8629-223929AC15D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32B5D61-5F33-420E-A503-C49BA6255DF8}" type="pres">
      <dgm:prSet presAssocID="{8FD7E9F1-1659-428E-8629-223929AC15D3}" presName="spaceRect" presStyleCnt="0"/>
      <dgm:spPr/>
    </dgm:pt>
    <dgm:pt modelId="{5CA6A55A-0D72-464C-B35F-E72FC87B2C95}" type="pres">
      <dgm:prSet presAssocID="{8FD7E9F1-1659-428E-8629-223929AC15D3}" presName="textRect" presStyleLbl="revTx" presStyleIdx="1" presStyleCnt="3">
        <dgm:presLayoutVars>
          <dgm:chMax val="1"/>
          <dgm:chPref val="1"/>
        </dgm:presLayoutVars>
      </dgm:prSet>
      <dgm:spPr/>
    </dgm:pt>
    <dgm:pt modelId="{481C64D3-5C9F-417E-A198-1CBD34798B63}" type="pres">
      <dgm:prSet presAssocID="{2E29E0A1-17E5-4F4C-A167-207CB9FED2D7}" presName="sibTrans" presStyleCnt="0"/>
      <dgm:spPr/>
    </dgm:pt>
    <dgm:pt modelId="{D0945DF3-1C0A-4AE6-97C5-3BE724F21622}" type="pres">
      <dgm:prSet presAssocID="{A73A20D2-45AC-4281-B12D-BC2118C2CA5B}" presName="compNode" presStyleCnt="0"/>
      <dgm:spPr/>
    </dgm:pt>
    <dgm:pt modelId="{46616E46-4EA0-400D-B42A-DC6889941D16}" type="pres">
      <dgm:prSet presAssocID="{A73A20D2-45AC-4281-B12D-BC2118C2CA5B}" presName="iconRect" presStyleLbl="node1" presStyleIdx="2" presStyleCnt="3"/>
      <dgm:spPr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>
          <a:noFill/>
        </a:ln>
      </dgm:spPr>
    </dgm:pt>
    <dgm:pt modelId="{E9E6E744-6C43-40D9-9355-73C19D76A086}" type="pres">
      <dgm:prSet presAssocID="{A73A20D2-45AC-4281-B12D-BC2118C2CA5B}" presName="spaceRect" presStyleCnt="0"/>
      <dgm:spPr/>
    </dgm:pt>
    <dgm:pt modelId="{67AD9183-7DAF-4F26-8A9D-13C7D7A96F09}" type="pres">
      <dgm:prSet presAssocID="{A73A20D2-45AC-4281-B12D-BC2118C2CA5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3857409-F3D4-4EED-B56E-D5EBA55FE755}" srcId="{A33050E8-0FD8-48BD-8A39-D4D107511022}" destId="{B45C8E42-7DAC-4BBC-B291-227E92198CFB}" srcOrd="0" destOrd="0" parTransId="{D5F77546-30A9-4BA7-937A-70748DC09414}" sibTransId="{1E967278-153C-46B4-AC98-6331EAA7625D}"/>
    <dgm:cxn modelId="{ED15A518-EE08-4796-8BAE-5F284DEB239E}" type="presOf" srcId="{8FD7E9F1-1659-428E-8629-223929AC15D3}" destId="{5CA6A55A-0D72-464C-B35F-E72FC87B2C95}" srcOrd="0" destOrd="0" presId="urn:microsoft.com/office/officeart/2018/2/layout/IconLabelList"/>
    <dgm:cxn modelId="{2428AF3E-8341-40FC-9849-1B8D5960EF85}" type="presOf" srcId="{A73A20D2-45AC-4281-B12D-BC2118C2CA5B}" destId="{67AD9183-7DAF-4F26-8A9D-13C7D7A96F09}" srcOrd="0" destOrd="0" presId="urn:microsoft.com/office/officeart/2018/2/layout/IconLabelList"/>
    <dgm:cxn modelId="{0FFF2776-9580-44E7-91F7-A8B5082D1EBC}" srcId="{A33050E8-0FD8-48BD-8A39-D4D107511022}" destId="{8FD7E9F1-1659-428E-8629-223929AC15D3}" srcOrd="1" destOrd="0" parTransId="{C822D19B-C905-4D8B-A1E7-AD292B2CD485}" sibTransId="{2E29E0A1-17E5-4F4C-A167-207CB9FED2D7}"/>
    <dgm:cxn modelId="{CE8B6FC0-BE89-4D25-B3E0-4CF6ADA686AD}" srcId="{A33050E8-0FD8-48BD-8A39-D4D107511022}" destId="{A73A20D2-45AC-4281-B12D-BC2118C2CA5B}" srcOrd="2" destOrd="0" parTransId="{5C846BD6-9894-4BD5-8992-4EBAD2BED13D}" sibTransId="{B48B46C6-0561-4875-874C-289934B35C70}"/>
    <dgm:cxn modelId="{955C01CD-E7DC-49E8-8213-2AEF41C709B8}" type="presOf" srcId="{A33050E8-0FD8-48BD-8A39-D4D107511022}" destId="{0E885EA5-00A6-46C4-AEC7-C380CB70EC23}" srcOrd="0" destOrd="0" presId="urn:microsoft.com/office/officeart/2018/2/layout/IconLabelList"/>
    <dgm:cxn modelId="{2E72B7E3-D659-45D3-AF3F-E9D74A9EECBD}" type="presOf" srcId="{B45C8E42-7DAC-4BBC-B291-227E92198CFB}" destId="{C571818E-DFC5-4B0A-8B3B-A4058C2714AD}" srcOrd="0" destOrd="0" presId="urn:microsoft.com/office/officeart/2018/2/layout/IconLabelList"/>
    <dgm:cxn modelId="{9248E1C1-550C-4DEC-96B4-5403E9C6EE1D}" type="presParOf" srcId="{0E885EA5-00A6-46C4-AEC7-C380CB70EC23}" destId="{BED54409-BECB-41DB-82A6-655808EDD7D3}" srcOrd="0" destOrd="0" presId="urn:microsoft.com/office/officeart/2018/2/layout/IconLabelList"/>
    <dgm:cxn modelId="{102D1444-4B66-471B-9109-F4D9840E57D8}" type="presParOf" srcId="{BED54409-BECB-41DB-82A6-655808EDD7D3}" destId="{D384AEC1-7DAA-4581-8EE7-35A6C025DCAF}" srcOrd="0" destOrd="0" presId="urn:microsoft.com/office/officeart/2018/2/layout/IconLabelList"/>
    <dgm:cxn modelId="{24B305C2-193A-47BB-9FCA-6A8D9471B427}" type="presParOf" srcId="{BED54409-BECB-41DB-82A6-655808EDD7D3}" destId="{9DAE70E0-5F37-4E7D-9287-3611B1B1DB8F}" srcOrd="1" destOrd="0" presId="urn:microsoft.com/office/officeart/2018/2/layout/IconLabelList"/>
    <dgm:cxn modelId="{0553E991-FE96-41D1-9D6E-DC72C53F3F5E}" type="presParOf" srcId="{BED54409-BECB-41DB-82A6-655808EDD7D3}" destId="{C571818E-DFC5-4B0A-8B3B-A4058C2714AD}" srcOrd="2" destOrd="0" presId="urn:microsoft.com/office/officeart/2018/2/layout/IconLabelList"/>
    <dgm:cxn modelId="{DE7598C7-C30F-4364-A4C0-AD2906332424}" type="presParOf" srcId="{0E885EA5-00A6-46C4-AEC7-C380CB70EC23}" destId="{27439C8B-BBFA-4BF0-8C17-46E26DA27DE6}" srcOrd="1" destOrd="0" presId="urn:microsoft.com/office/officeart/2018/2/layout/IconLabelList"/>
    <dgm:cxn modelId="{A003A39E-6DD9-46D1-BC61-23AD6D699302}" type="presParOf" srcId="{0E885EA5-00A6-46C4-AEC7-C380CB70EC23}" destId="{E7DF6F3E-B6F8-4DC7-95C0-AEE415694729}" srcOrd="2" destOrd="0" presId="urn:microsoft.com/office/officeart/2018/2/layout/IconLabelList"/>
    <dgm:cxn modelId="{A3721083-63D6-43C9-906E-8F153D73796E}" type="presParOf" srcId="{E7DF6F3E-B6F8-4DC7-95C0-AEE415694729}" destId="{4DE97D01-537C-4AB1-B6D9-04E206869A66}" srcOrd="0" destOrd="0" presId="urn:microsoft.com/office/officeart/2018/2/layout/IconLabelList"/>
    <dgm:cxn modelId="{65D5B843-CC39-42D5-9D78-43D0721A6D75}" type="presParOf" srcId="{E7DF6F3E-B6F8-4DC7-95C0-AEE415694729}" destId="{E32B5D61-5F33-420E-A503-C49BA6255DF8}" srcOrd="1" destOrd="0" presId="urn:microsoft.com/office/officeart/2018/2/layout/IconLabelList"/>
    <dgm:cxn modelId="{9FB96732-B5DE-4AA0-8BBF-402868858D55}" type="presParOf" srcId="{E7DF6F3E-B6F8-4DC7-95C0-AEE415694729}" destId="{5CA6A55A-0D72-464C-B35F-E72FC87B2C95}" srcOrd="2" destOrd="0" presId="urn:microsoft.com/office/officeart/2018/2/layout/IconLabelList"/>
    <dgm:cxn modelId="{F50F108D-AFB2-4C95-934D-B300D34355E4}" type="presParOf" srcId="{0E885EA5-00A6-46C4-AEC7-C380CB70EC23}" destId="{481C64D3-5C9F-417E-A198-1CBD34798B63}" srcOrd="3" destOrd="0" presId="urn:microsoft.com/office/officeart/2018/2/layout/IconLabelList"/>
    <dgm:cxn modelId="{CDC97380-D70F-4382-B9B7-93531CF7B8AA}" type="presParOf" srcId="{0E885EA5-00A6-46C4-AEC7-C380CB70EC23}" destId="{D0945DF3-1C0A-4AE6-97C5-3BE724F21622}" srcOrd="4" destOrd="0" presId="urn:microsoft.com/office/officeart/2018/2/layout/IconLabelList"/>
    <dgm:cxn modelId="{5EA7FA56-0CEA-4F6E-94C3-A73D83FB5178}" type="presParOf" srcId="{D0945DF3-1C0A-4AE6-97C5-3BE724F21622}" destId="{46616E46-4EA0-400D-B42A-DC6889941D16}" srcOrd="0" destOrd="0" presId="urn:microsoft.com/office/officeart/2018/2/layout/IconLabelList"/>
    <dgm:cxn modelId="{80D60A6A-90A4-4B93-B7A3-28701D67F8C3}" type="presParOf" srcId="{D0945DF3-1C0A-4AE6-97C5-3BE724F21622}" destId="{E9E6E744-6C43-40D9-9355-73C19D76A086}" srcOrd="1" destOrd="0" presId="urn:microsoft.com/office/officeart/2018/2/layout/IconLabelList"/>
    <dgm:cxn modelId="{D2CB640D-5924-4BEC-85A3-ADA771AF1AA6}" type="presParOf" srcId="{D0945DF3-1C0A-4AE6-97C5-3BE724F21622}" destId="{67AD9183-7DAF-4F26-8A9D-13C7D7A96F0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D0889E-4236-4011-B377-A523AF8DFFC2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10A6F63-3661-43DC-8A67-6E278DD1A3C0}">
      <dgm:prSet custT="1"/>
      <dgm:spPr/>
      <dgm:t>
        <a:bodyPr/>
        <a:lstStyle/>
        <a:p>
          <a:r>
            <a:rPr lang="de-AT" sz="3200" dirty="0"/>
            <a:t>React Router, TypeScript, Tailwind</a:t>
          </a:r>
          <a:endParaRPr lang="en-US" sz="3200" dirty="0"/>
        </a:p>
      </dgm:t>
    </dgm:pt>
    <dgm:pt modelId="{E9C46358-5567-45A4-8B88-A02EBA132F51}" type="parTrans" cxnId="{464F86CB-D0FD-40FF-8A33-35427CD5AA43}">
      <dgm:prSet/>
      <dgm:spPr/>
      <dgm:t>
        <a:bodyPr/>
        <a:lstStyle/>
        <a:p>
          <a:endParaRPr lang="en-US" sz="2000"/>
        </a:p>
      </dgm:t>
    </dgm:pt>
    <dgm:pt modelId="{53B6BDE9-24C4-4B0A-A91D-F82B44CBB6E1}" type="sibTrans" cxnId="{464F86CB-D0FD-40FF-8A33-35427CD5AA43}">
      <dgm:prSet/>
      <dgm:spPr/>
      <dgm:t>
        <a:bodyPr/>
        <a:lstStyle/>
        <a:p>
          <a:endParaRPr lang="en-US" sz="2000"/>
        </a:p>
      </dgm:t>
    </dgm:pt>
    <dgm:pt modelId="{4DB02317-9552-458A-8F7D-FE29DF5FA952}">
      <dgm:prSet custT="1"/>
      <dgm:spPr/>
      <dgm:t>
        <a:bodyPr/>
        <a:lstStyle/>
        <a:p>
          <a:r>
            <a:rPr lang="de-AT" sz="3200" dirty="0"/>
            <a:t>Python, FastAPI, Pydantic, Loguru</a:t>
          </a:r>
          <a:endParaRPr lang="en-US" sz="3200" dirty="0"/>
        </a:p>
      </dgm:t>
    </dgm:pt>
    <dgm:pt modelId="{507044CC-4D47-4290-9DC0-EBB26BDA5801}" type="parTrans" cxnId="{32C9A55D-0C5D-4D60-95CF-670C7969D652}">
      <dgm:prSet/>
      <dgm:spPr/>
      <dgm:t>
        <a:bodyPr/>
        <a:lstStyle/>
        <a:p>
          <a:endParaRPr lang="en-US" sz="2000"/>
        </a:p>
      </dgm:t>
    </dgm:pt>
    <dgm:pt modelId="{792AAE5A-527C-4A9F-9DDE-6FC339738F72}" type="sibTrans" cxnId="{32C9A55D-0C5D-4D60-95CF-670C7969D652}">
      <dgm:prSet/>
      <dgm:spPr/>
      <dgm:t>
        <a:bodyPr/>
        <a:lstStyle/>
        <a:p>
          <a:endParaRPr lang="en-US" sz="2000"/>
        </a:p>
      </dgm:t>
    </dgm:pt>
    <dgm:pt modelId="{09F2F44E-5593-4CE9-A476-CA9EB4A3C339}">
      <dgm:prSet custT="1"/>
      <dgm:spPr/>
      <dgm:t>
        <a:bodyPr/>
        <a:lstStyle/>
        <a:p>
          <a:r>
            <a:rPr lang="de-AT" sz="3200"/>
            <a:t>Supabase (Cloud / Lokal)</a:t>
          </a:r>
          <a:endParaRPr lang="en-US" sz="3200"/>
        </a:p>
      </dgm:t>
    </dgm:pt>
    <dgm:pt modelId="{CC9FA6A4-421A-4B7E-BD64-51CD01C1A2EE}" type="parTrans" cxnId="{7E24A1DF-E9E9-444A-A099-D640E6099E57}">
      <dgm:prSet/>
      <dgm:spPr/>
      <dgm:t>
        <a:bodyPr/>
        <a:lstStyle/>
        <a:p>
          <a:endParaRPr lang="en-US" sz="2000"/>
        </a:p>
      </dgm:t>
    </dgm:pt>
    <dgm:pt modelId="{521DDA75-B6A8-45EB-807A-2511D9A2470B}" type="sibTrans" cxnId="{7E24A1DF-E9E9-444A-A099-D640E6099E57}">
      <dgm:prSet/>
      <dgm:spPr/>
      <dgm:t>
        <a:bodyPr/>
        <a:lstStyle/>
        <a:p>
          <a:endParaRPr lang="en-US" sz="2000"/>
        </a:p>
      </dgm:t>
    </dgm:pt>
    <dgm:pt modelId="{C923C1C7-19B0-4D19-9FC4-EEDEBCD72F56}">
      <dgm:prSet custT="1"/>
      <dgm:spPr/>
      <dgm:t>
        <a:bodyPr/>
        <a:lstStyle/>
        <a:p>
          <a:r>
            <a:rPr lang="de-AT" sz="3200" dirty="0"/>
            <a:t>Resend SMTP, Redis</a:t>
          </a:r>
          <a:endParaRPr lang="en-US" sz="3200" dirty="0"/>
        </a:p>
      </dgm:t>
    </dgm:pt>
    <dgm:pt modelId="{857A7B98-D94D-4DDE-A4E1-5E792E4C3C3D}" type="parTrans" cxnId="{A29A4164-0C0A-48A8-86C2-7444BCDE665E}">
      <dgm:prSet/>
      <dgm:spPr/>
      <dgm:t>
        <a:bodyPr/>
        <a:lstStyle/>
        <a:p>
          <a:endParaRPr lang="en-US" sz="2000"/>
        </a:p>
      </dgm:t>
    </dgm:pt>
    <dgm:pt modelId="{58489A5C-1878-4006-B65F-8203FB460CE5}" type="sibTrans" cxnId="{A29A4164-0C0A-48A8-86C2-7444BCDE665E}">
      <dgm:prSet/>
      <dgm:spPr/>
      <dgm:t>
        <a:bodyPr/>
        <a:lstStyle/>
        <a:p>
          <a:endParaRPr lang="en-US" sz="2000"/>
        </a:p>
      </dgm:t>
    </dgm:pt>
    <dgm:pt modelId="{12891104-DA09-46D9-9638-7DE220646AE8}">
      <dgm:prSet custT="1"/>
      <dgm:spPr/>
      <dgm:t>
        <a:bodyPr/>
        <a:lstStyle/>
        <a:p>
          <a:r>
            <a:rPr lang="de-AT" sz="3200"/>
            <a:t>Dockerisiert</a:t>
          </a:r>
          <a:endParaRPr lang="en-US" sz="3200"/>
        </a:p>
      </dgm:t>
    </dgm:pt>
    <dgm:pt modelId="{F7698940-C1D5-4EE6-A2D8-DE75FC10B807}" type="parTrans" cxnId="{6C9C7465-D742-4587-B1FD-BE26517BE782}">
      <dgm:prSet/>
      <dgm:spPr/>
      <dgm:t>
        <a:bodyPr/>
        <a:lstStyle/>
        <a:p>
          <a:endParaRPr lang="en-US" sz="2000"/>
        </a:p>
      </dgm:t>
    </dgm:pt>
    <dgm:pt modelId="{164B6C4B-2DEF-4878-91F8-42807A990F13}" type="sibTrans" cxnId="{6C9C7465-D742-4587-B1FD-BE26517BE782}">
      <dgm:prSet/>
      <dgm:spPr/>
      <dgm:t>
        <a:bodyPr/>
        <a:lstStyle/>
        <a:p>
          <a:endParaRPr lang="en-US" sz="2000"/>
        </a:p>
      </dgm:t>
    </dgm:pt>
    <dgm:pt modelId="{DC0A78AE-B52D-4982-AACD-1639415DB18F}" type="pres">
      <dgm:prSet presAssocID="{3BD0889E-4236-4011-B377-A523AF8DFFC2}" presName="linear" presStyleCnt="0">
        <dgm:presLayoutVars>
          <dgm:animLvl val="lvl"/>
          <dgm:resizeHandles val="exact"/>
        </dgm:presLayoutVars>
      </dgm:prSet>
      <dgm:spPr/>
    </dgm:pt>
    <dgm:pt modelId="{AC5434DA-F358-4905-BD6A-FC19331A63B1}" type="pres">
      <dgm:prSet presAssocID="{D10A6F63-3661-43DC-8A67-6E278DD1A3C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D53EF26-4A41-479A-AEB1-A421461D3A2F}" type="pres">
      <dgm:prSet presAssocID="{53B6BDE9-24C4-4B0A-A91D-F82B44CBB6E1}" presName="spacer" presStyleCnt="0"/>
      <dgm:spPr/>
    </dgm:pt>
    <dgm:pt modelId="{454E9228-5EA5-4714-9F6D-BDDE11132AA8}" type="pres">
      <dgm:prSet presAssocID="{4DB02317-9552-458A-8F7D-FE29DF5FA95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49B172C-9951-42D3-A05E-3F7EB27BAF1F}" type="pres">
      <dgm:prSet presAssocID="{792AAE5A-527C-4A9F-9DDE-6FC339738F72}" presName="spacer" presStyleCnt="0"/>
      <dgm:spPr/>
    </dgm:pt>
    <dgm:pt modelId="{7F0B39A5-B329-43E1-B84C-23FAF01DBD3E}" type="pres">
      <dgm:prSet presAssocID="{09F2F44E-5593-4CE9-A476-CA9EB4A3C33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73CF1E1-CE34-4634-BFA2-A8A1ACEDBD2A}" type="pres">
      <dgm:prSet presAssocID="{521DDA75-B6A8-45EB-807A-2511D9A2470B}" presName="spacer" presStyleCnt="0"/>
      <dgm:spPr/>
    </dgm:pt>
    <dgm:pt modelId="{BCBB898A-07B3-4B55-B360-0D00EBFA3599}" type="pres">
      <dgm:prSet presAssocID="{C923C1C7-19B0-4D19-9FC4-EEDEBCD72F5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A9B212A-67DE-4304-AA1F-6C1AD1624A5F}" type="pres">
      <dgm:prSet presAssocID="{58489A5C-1878-4006-B65F-8203FB460CE5}" presName="spacer" presStyleCnt="0"/>
      <dgm:spPr/>
    </dgm:pt>
    <dgm:pt modelId="{5C436FEE-7E42-43D8-917F-36DF46A2C58B}" type="pres">
      <dgm:prSet presAssocID="{12891104-DA09-46D9-9638-7DE220646AE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1D0F002-8DD3-47FB-8B44-231738921359}" type="presOf" srcId="{D10A6F63-3661-43DC-8A67-6E278DD1A3C0}" destId="{AC5434DA-F358-4905-BD6A-FC19331A63B1}" srcOrd="0" destOrd="0" presId="urn:microsoft.com/office/officeart/2005/8/layout/vList2"/>
    <dgm:cxn modelId="{52BBFB39-FCBB-45F4-B975-FA86B0C195C2}" type="presOf" srcId="{09F2F44E-5593-4CE9-A476-CA9EB4A3C339}" destId="{7F0B39A5-B329-43E1-B84C-23FAF01DBD3E}" srcOrd="0" destOrd="0" presId="urn:microsoft.com/office/officeart/2005/8/layout/vList2"/>
    <dgm:cxn modelId="{32C9A55D-0C5D-4D60-95CF-670C7969D652}" srcId="{3BD0889E-4236-4011-B377-A523AF8DFFC2}" destId="{4DB02317-9552-458A-8F7D-FE29DF5FA952}" srcOrd="1" destOrd="0" parTransId="{507044CC-4D47-4290-9DC0-EBB26BDA5801}" sibTransId="{792AAE5A-527C-4A9F-9DDE-6FC339738F72}"/>
    <dgm:cxn modelId="{A29A4164-0C0A-48A8-86C2-7444BCDE665E}" srcId="{3BD0889E-4236-4011-B377-A523AF8DFFC2}" destId="{C923C1C7-19B0-4D19-9FC4-EEDEBCD72F56}" srcOrd="3" destOrd="0" parTransId="{857A7B98-D94D-4DDE-A4E1-5E792E4C3C3D}" sibTransId="{58489A5C-1878-4006-B65F-8203FB460CE5}"/>
    <dgm:cxn modelId="{6C9C7465-D742-4587-B1FD-BE26517BE782}" srcId="{3BD0889E-4236-4011-B377-A523AF8DFFC2}" destId="{12891104-DA09-46D9-9638-7DE220646AE8}" srcOrd="4" destOrd="0" parTransId="{F7698940-C1D5-4EE6-A2D8-DE75FC10B807}" sibTransId="{164B6C4B-2DEF-4878-91F8-42807A990F13}"/>
    <dgm:cxn modelId="{AD2EDA8D-D23D-4593-B0F1-69389DBBFB2F}" type="presOf" srcId="{12891104-DA09-46D9-9638-7DE220646AE8}" destId="{5C436FEE-7E42-43D8-917F-36DF46A2C58B}" srcOrd="0" destOrd="0" presId="urn:microsoft.com/office/officeart/2005/8/layout/vList2"/>
    <dgm:cxn modelId="{A9EE4B9F-F297-4ABC-A65C-E31E688E1FD8}" type="presOf" srcId="{3BD0889E-4236-4011-B377-A523AF8DFFC2}" destId="{DC0A78AE-B52D-4982-AACD-1639415DB18F}" srcOrd="0" destOrd="0" presId="urn:microsoft.com/office/officeart/2005/8/layout/vList2"/>
    <dgm:cxn modelId="{1C5AD9AA-DAC9-42E4-A7A6-9B2C1725A367}" type="presOf" srcId="{C923C1C7-19B0-4D19-9FC4-EEDEBCD72F56}" destId="{BCBB898A-07B3-4B55-B360-0D00EBFA3599}" srcOrd="0" destOrd="0" presId="urn:microsoft.com/office/officeart/2005/8/layout/vList2"/>
    <dgm:cxn modelId="{464F86CB-D0FD-40FF-8A33-35427CD5AA43}" srcId="{3BD0889E-4236-4011-B377-A523AF8DFFC2}" destId="{D10A6F63-3661-43DC-8A67-6E278DD1A3C0}" srcOrd="0" destOrd="0" parTransId="{E9C46358-5567-45A4-8B88-A02EBA132F51}" sibTransId="{53B6BDE9-24C4-4B0A-A91D-F82B44CBB6E1}"/>
    <dgm:cxn modelId="{7E24A1DF-E9E9-444A-A099-D640E6099E57}" srcId="{3BD0889E-4236-4011-B377-A523AF8DFFC2}" destId="{09F2F44E-5593-4CE9-A476-CA9EB4A3C339}" srcOrd="2" destOrd="0" parTransId="{CC9FA6A4-421A-4B7E-BD64-51CD01C1A2EE}" sibTransId="{521DDA75-B6A8-45EB-807A-2511D9A2470B}"/>
    <dgm:cxn modelId="{E7C1D9F7-22FC-4C7F-8A1D-7C77F783766B}" type="presOf" srcId="{4DB02317-9552-458A-8F7D-FE29DF5FA952}" destId="{454E9228-5EA5-4714-9F6D-BDDE11132AA8}" srcOrd="0" destOrd="0" presId="urn:microsoft.com/office/officeart/2005/8/layout/vList2"/>
    <dgm:cxn modelId="{23B62DBE-FE86-41A4-9A70-DB37D9D44BB3}" type="presParOf" srcId="{DC0A78AE-B52D-4982-AACD-1639415DB18F}" destId="{AC5434DA-F358-4905-BD6A-FC19331A63B1}" srcOrd="0" destOrd="0" presId="urn:microsoft.com/office/officeart/2005/8/layout/vList2"/>
    <dgm:cxn modelId="{8DFC7AC0-A6D1-49E7-9F2E-8DEE91A8C075}" type="presParOf" srcId="{DC0A78AE-B52D-4982-AACD-1639415DB18F}" destId="{BD53EF26-4A41-479A-AEB1-A421461D3A2F}" srcOrd="1" destOrd="0" presId="urn:microsoft.com/office/officeart/2005/8/layout/vList2"/>
    <dgm:cxn modelId="{B4A34503-E831-4F74-AB46-D6269188C56D}" type="presParOf" srcId="{DC0A78AE-B52D-4982-AACD-1639415DB18F}" destId="{454E9228-5EA5-4714-9F6D-BDDE11132AA8}" srcOrd="2" destOrd="0" presId="urn:microsoft.com/office/officeart/2005/8/layout/vList2"/>
    <dgm:cxn modelId="{A334A89A-C064-4478-9DA8-8DD481B8D0D2}" type="presParOf" srcId="{DC0A78AE-B52D-4982-AACD-1639415DB18F}" destId="{E49B172C-9951-42D3-A05E-3F7EB27BAF1F}" srcOrd="3" destOrd="0" presId="urn:microsoft.com/office/officeart/2005/8/layout/vList2"/>
    <dgm:cxn modelId="{52AB3D72-3F6C-4F2C-BAB0-F6DD4D7A7501}" type="presParOf" srcId="{DC0A78AE-B52D-4982-AACD-1639415DB18F}" destId="{7F0B39A5-B329-43E1-B84C-23FAF01DBD3E}" srcOrd="4" destOrd="0" presId="urn:microsoft.com/office/officeart/2005/8/layout/vList2"/>
    <dgm:cxn modelId="{471B420B-4756-40A3-8310-F2E2C8B201D7}" type="presParOf" srcId="{DC0A78AE-B52D-4982-AACD-1639415DB18F}" destId="{373CF1E1-CE34-4634-BFA2-A8A1ACEDBD2A}" srcOrd="5" destOrd="0" presId="urn:microsoft.com/office/officeart/2005/8/layout/vList2"/>
    <dgm:cxn modelId="{C9A88FFB-71C7-4CD3-81A6-2E782DBEB56F}" type="presParOf" srcId="{DC0A78AE-B52D-4982-AACD-1639415DB18F}" destId="{BCBB898A-07B3-4B55-B360-0D00EBFA3599}" srcOrd="6" destOrd="0" presId="urn:microsoft.com/office/officeart/2005/8/layout/vList2"/>
    <dgm:cxn modelId="{DD9D5FB7-1FDF-474D-AE70-9E6B0BF61628}" type="presParOf" srcId="{DC0A78AE-B52D-4982-AACD-1639415DB18F}" destId="{6A9B212A-67DE-4304-AA1F-6C1AD1624A5F}" srcOrd="7" destOrd="0" presId="urn:microsoft.com/office/officeart/2005/8/layout/vList2"/>
    <dgm:cxn modelId="{3AA19FE4-FDE3-4CAD-8939-7F08A3356F32}" type="presParOf" srcId="{DC0A78AE-B52D-4982-AACD-1639415DB18F}" destId="{5C436FEE-7E42-43D8-917F-36DF46A2C58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84AEC1-7DAA-4581-8EE7-35A6C025DCAF}">
      <dsp:nvSpPr>
        <dsp:cNvPr id="0" name=""/>
        <dsp:cNvSpPr/>
      </dsp:nvSpPr>
      <dsp:spPr>
        <a:xfrm>
          <a:off x="992890" y="330811"/>
          <a:ext cx="1463222" cy="1463222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1818E-DFC5-4B0A-8B3B-A4058C2714AD}">
      <dsp:nvSpPr>
        <dsp:cNvPr id="0" name=""/>
        <dsp:cNvSpPr/>
      </dsp:nvSpPr>
      <dsp:spPr>
        <a:xfrm>
          <a:off x="98698" y="2215378"/>
          <a:ext cx="3251605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200" kern="1200" dirty="0"/>
            <a:t>Karteikarten</a:t>
          </a:r>
          <a:endParaRPr lang="en-US" sz="3200" kern="1200" dirty="0"/>
        </a:p>
      </dsp:txBody>
      <dsp:txXfrm>
        <a:off x="98698" y="2215378"/>
        <a:ext cx="3251605" cy="922500"/>
      </dsp:txXfrm>
    </dsp:sp>
    <dsp:sp modelId="{4DE97D01-537C-4AB1-B6D9-04E206869A66}">
      <dsp:nvSpPr>
        <dsp:cNvPr id="0" name=""/>
        <dsp:cNvSpPr/>
      </dsp:nvSpPr>
      <dsp:spPr>
        <a:xfrm>
          <a:off x="4813526" y="330811"/>
          <a:ext cx="1463222" cy="14632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6A55A-0D72-464C-B35F-E72FC87B2C95}">
      <dsp:nvSpPr>
        <dsp:cNvPr id="0" name=""/>
        <dsp:cNvSpPr/>
      </dsp:nvSpPr>
      <dsp:spPr>
        <a:xfrm>
          <a:off x="3919335" y="2215378"/>
          <a:ext cx="3251605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200" kern="1200" dirty="0"/>
            <a:t>FSRS</a:t>
          </a:r>
          <a:endParaRPr lang="en-US" sz="2500" kern="1200" dirty="0"/>
        </a:p>
      </dsp:txBody>
      <dsp:txXfrm>
        <a:off x="3919335" y="2215378"/>
        <a:ext cx="3251605" cy="922500"/>
      </dsp:txXfrm>
    </dsp:sp>
    <dsp:sp modelId="{46616E46-4EA0-400D-B42A-DC6889941D16}">
      <dsp:nvSpPr>
        <dsp:cNvPr id="0" name=""/>
        <dsp:cNvSpPr/>
      </dsp:nvSpPr>
      <dsp:spPr>
        <a:xfrm>
          <a:off x="8634163" y="330811"/>
          <a:ext cx="1463222" cy="1463222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AD9183-7DAF-4F26-8A9D-13C7D7A96F09}">
      <dsp:nvSpPr>
        <dsp:cNvPr id="0" name=""/>
        <dsp:cNvSpPr/>
      </dsp:nvSpPr>
      <dsp:spPr>
        <a:xfrm>
          <a:off x="7739971" y="2215378"/>
          <a:ext cx="3251605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200" kern="1200" dirty="0"/>
            <a:t>Web- und </a:t>
          </a:r>
          <a:br>
            <a:rPr lang="de-AT" sz="3200" kern="1200" dirty="0"/>
          </a:br>
          <a:r>
            <a:rPr lang="de-AT" sz="3200" kern="1200" dirty="0"/>
            <a:t>Android-App</a:t>
          </a:r>
          <a:endParaRPr lang="en-US" sz="3200" kern="1200" dirty="0"/>
        </a:p>
      </dsp:txBody>
      <dsp:txXfrm>
        <a:off x="7739971" y="2215378"/>
        <a:ext cx="3251605" cy="922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434DA-F358-4905-BD6A-FC19331A63B1}">
      <dsp:nvSpPr>
        <dsp:cNvPr id="0" name=""/>
        <dsp:cNvSpPr/>
      </dsp:nvSpPr>
      <dsp:spPr>
        <a:xfrm>
          <a:off x="0" y="41484"/>
          <a:ext cx="6373813" cy="101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200" kern="1200" dirty="0"/>
            <a:t>React Router, TypeScript, Tailwind</a:t>
          </a:r>
          <a:endParaRPr lang="en-US" sz="3200" kern="1200" dirty="0"/>
        </a:p>
      </dsp:txBody>
      <dsp:txXfrm>
        <a:off x="49347" y="90831"/>
        <a:ext cx="6275119" cy="912186"/>
      </dsp:txXfrm>
    </dsp:sp>
    <dsp:sp modelId="{454E9228-5EA5-4714-9F6D-BDDE11132AA8}">
      <dsp:nvSpPr>
        <dsp:cNvPr id="0" name=""/>
        <dsp:cNvSpPr/>
      </dsp:nvSpPr>
      <dsp:spPr>
        <a:xfrm>
          <a:off x="0" y="1207884"/>
          <a:ext cx="6373813" cy="101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200" kern="1200" dirty="0"/>
            <a:t>Python, FastAPI, Pydantic, Loguru</a:t>
          </a:r>
          <a:endParaRPr lang="en-US" sz="3200" kern="1200" dirty="0"/>
        </a:p>
      </dsp:txBody>
      <dsp:txXfrm>
        <a:off x="49347" y="1257231"/>
        <a:ext cx="6275119" cy="912186"/>
      </dsp:txXfrm>
    </dsp:sp>
    <dsp:sp modelId="{7F0B39A5-B329-43E1-B84C-23FAF01DBD3E}">
      <dsp:nvSpPr>
        <dsp:cNvPr id="0" name=""/>
        <dsp:cNvSpPr/>
      </dsp:nvSpPr>
      <dsp:spPr>
        <a:xfrm>
          <a:off x="0" y="2374284"/>
          <a:ext cx="6373813" cy="10108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200" kern="1200"/>
            <a:t>Supabase (Cloud / Lokal)</a:t>
          </a:r>
          <a:endParaRPr lang="en-US" sz="3200" kern="1200"/>
        </a:p>
      </dsp:txBody>
      <dsp:txXfrm>
        <a:off x="49347" y="2423631"/>
        <a:ext cx="6275119" cy="912186"/>
      </dsp:txXfrm>
    </dsp:sp>
    <dsp:sp modelId="{BCBB898A-07B3-4B55-B360-0D00EBFA3599}">
      <dsp:nvSpPr>
        <dsp:cNvPr id="0" name=""/>
        <dsp:cNvSpPr/>
      </dsp:nvSpPr>
      <dsp:spPr>
        <a:xfrm>
          <a:off x="0" y="3540685"/>
          <a:ext cx="6373813" cy="101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200" kern="1200" dirty="0"/>
            <a:t>Resend SMTP, Redis</a:t>
          </a:r>
          <a:endParaRPr lang="en-US" sz="3200" kern="1200" dirty="0"/>
        </a:p>
      </dsp:txBody>
      <dsp:txXfrm>
        <a:off x="49347" y="3590032"/>
        <a:ext cx="6275119" cy="912186"/>
      </dsp:txXfrm>
    </dsp:sp>
    <dsp:sp modelId="{5C436FEE-7E42-43D8-917F-36DF46A2C58B}">
      <dsp:nvSpPr>
        <dsp:cNvPr id="0" name=""/>
        <dsp:cNvSpPr/>
      </dsp:nvSpPr>
      <dsp:spPr>
        <a:xfrm>
          <a:off x="0" y="4707084"/>
          <a:ext cx="6373813" cy="101088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200" kern="1200"/>
            <a:t>Dockerisiert</a:t>
          </a:r>
          <a:endParaRPr lang="en-US" sz="3200" kern="1200"/>
        </a:p>
      </dsp:txBody>
      <dsp:txXfrm>
        <a:off x="49347" y="4756431"/>
        <a:ext cx="6275119" cy="9121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54D0E-5FFD-487A-BEE9-B75582978BB0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AAAB7-E5B9-4DC1-A9E7-22B3020BB7D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299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AAAB7-E5B9-4DC1-A9E7-22B3020BB7D5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79025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USki ist eine App mithilfe der man </a:t>
            </a:r>
            <a:r>
              <a:rPr lang="de-AT" b="1" dirty="0"/>
              <a:t>Karteikarten</a:t>
            </a:r>
            <a:r>
              <a:rPr lang="de-AT" dirty="0"/>
              <a:t> </a:t>
            </a:r>
            <a:r>
              <a:rPr lang="de-AT" b="1" dirty="0"/>
              <a:t>erstellen</a:t>
            </a:r>
            <a:r>
              <a:rPr lang="de-AT" dirty="0"/>
              <a:t>, </a:t>
            </a:r>
            <a:r>
              <a:rPr lang="de-AT" b="1" dirty="0"/>
              <a:t>lernen</a:t>
            </a:r>
            <a:r>
              <a:rPr lang="de-AT" dirty="0"/>
              <a:t> und </a:t>
            </a:r>
            <a:r>
              <a:rPr lang="de-AT" b="1" dirty="0"/>
              <a:t>teilen</a:t>
            </a:r>
            <a:r>
              <a:rPr lang="de-AT" dirty="0"/>
              <a:t> kann.</a:t>
            </a:r>
          </a:p>
          <a:p>
            <a:endParaRPr lang="de-AT" dirty="0"/>
          </a:p>
          <a:p>
            <a:r>
              <a:rPr lang="de-AT" dirty="0"/>
              <a:t>Perfekt zum lernen da: </a:t>
            </a:r>
            <a:r>
              <a:rPr lang="de-AT" b="1" dirty="0"/>
              <a:t>Space</a:t>
            </a:r>
            <a:r>
              <a:rPr lang="de-AT" dirty="0"/>
              <a:t> </a:t>
            </a:r>
            <a:r>
              <a:rPr lang="de-AT" b="1" dirty="0"/>
              <a:t>Repetition</a:t>
            </a:r>
            <a:r>
              <a:rPr lang="de-AT" dirty="0"/>
              <a:t> und </a:t>
            </a:r>
            <a:r>
              <a:rPr lang="de-AT" b="1" dirty="0"/>
              <a:t>Active</a:t>
            </a:r>
            <a:r>
              <a:rPr lang="de-AT" dirty="0"/>
              <a:t> </a:t>
            </a:r>
            <a:r>
              <a:rPr lang="de-AT" b="1" dirty="0"/>
              <a:t>Recall</a:t>
            </a:r>
            <a:r>
              <a:rPr lang="de-AT" dirty="0"/>
              <a:t> =&gt; </a:t>
            </a:r>
            <a:r>
              <a:rPr lang="de-AT" b="1" dirty="0"/>
              <a:t>Grafik</a:t>
            </a:r>
          </a:p>
          <a:p>
            <a:r>
              <a:rPr lang="de-AT" b="1" dirty="0"/>
              <a:t>FSRS</a:t>
            </a:r>
            <a:r>
              <a:rPr lang="de-AT" dirty="0"/>
              <a:t> = </a:t>
            </a:r>
            <a:r>
              <a:rPr lang="de-A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Spaced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Repetition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Scheduler</a:t>
            </a:r>
          </a:p>
          <a:p>
            <a:endParaRPr lang="de-AT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b="1" dirty="0"/>
              <a:t>Plant</a:t>
            </a:r>
            <a:r>
              <a:rPr lang="de-AT" dirty="0"/>
              <a:t> </a:t>
            </a:r>
            <a:r>
              <a:rPr lang="de-AT" b="1" dirty="0"/>
              <a:t>wann</a:t>
            </a:r>
            <a:r>
              <a:rPr lang="de-AT" dirty="0"/>
              <a:t> man eine </a:t>
            </a:r>
            <a:r>
              <a:rPr lang="de-AT" b="1" dirty="0"/>
              <a:t>Karteikarte</a:t>
            </a:r>
            <a:r>
              <a:rPr lang="de-AT" dirty="0"/>
              <a:t> </a:t>
            </a:r>
            <a:r>
              <a:rPr lang="de-AT" b="1" dirty="0"/>
              <a:t>wiederholen</a:t>
            </a:r>
            <a:r>
              <a:rPr lang="de-AT" dirty="0"/>
              <a:t> soll, damit man am </a:t>
            </a:r>
            <a:r>
              <a:rPr lang="de-AT" b="1" dirty="0"/>
              <a:t>besten</a:t>
            </a:r>
            <a:r>
              <a:rPr lang="de-AT" dirty="0"/>
              <a:t> </a:t>
            </a:r>
            <a:r>
              <a:rPr lang="de-AT" b="1" dirty="0"/>
              <a:t>lernt</a:t>
            </a:r>
            <a:r>
              <a:rPr lang="de-AT" dirty="0"/>
              <a:t>.</a:t>
            </a:r>
          </a:p>
          <a:p>
            <a:r>
              <a:rPr lang="de-AT" dirty="0"/>
              <a:t>Auf </a:t>
            </a:r>
            <a:r>
              <a:rPr lang="de-AT" b="1" dirty="0"/>
              <a:t>3er</a:t>
            </a:r>
            <a:r>
              <a:rPr lang="de-AT" dirty="0"/>
              <a:t> </a:t>
            </a:r>
            <a:r>
              <a:rPr lang="de-AT" b="1" dirty="0"/>
              <a:t>Faktoren</a:t>
            </a:r>
            <a:r>
              <a:rPr lang="de-AT" dirty="0"/>
              <a:t>: </a:t>
            </a:r>
            <a:r>
              <a:rPr lang="de-A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Schwierigkeit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A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Stabilität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de-A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Abrufwahrscheinlichkeit</a:t>
            </a:r>
          </a:p>
          <a:p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USki gibt es als </a:t>
            </a:r>
            <a:r>
              <a:rPr lang="de-A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Webapp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als </a:t>
            </a:r>
            <a:r>
              <a:rPr lang="de-A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Android-App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</a:t>
            </a:r>
            <a:r>
              <a:rPr lang="de-A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Ziel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ist es möglichst </a:t>
            </a:r>
            <a:r>
              <a:rPr lang="de-A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effizient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zu </a:t>
            </a:r>
            <a:r>
              <a:rPr lang="de-A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lernen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AAAB7-E5B9-4DC1-A9E7-22B3020BB7D5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71625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BC6A4-AF30-C00C-6D4E-07428355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2DD6B44-FD97-E576-D163-D9FA0AD25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61F7A60-34F9-B507-C62B-BCBCBD068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Supabase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weil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mit </a:t>
            </a:r>
            <a:r>
              <a:rPr lang="de-DE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pgvector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zerlegt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Tabellen-Inhalte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Vektoren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(Zahlen),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damit die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ihre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Bedeutung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versteht und durchsuchen kann.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Bringt zudem eine einfache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Authentifizierungs-Einbindung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Lokale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Version: nutzt </a:t>
            </a:r>
            <a:r>
              <a:rPr lang="de-DE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Mailpit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als SMTP-Server (Test-Mails).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Cloud-Version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eigener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SMTP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möglich, ich versende über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Resend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(Free-Version).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dient zur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API-Rate-Limitation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(begrenzt Anfragen pro Zeit).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8F655C-DB56-08AB-C940-CB8F36024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AAAB7-E5B9-4DC1-A9E7-22B3020BB7D5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0477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AF37D-C1CF-939B-0B73-E8750492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9112F82-0B87-C146-00EA-AA63342FB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BFA8533-CD2E-ADA0-CC82-976C04567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Schauen wir uns nun den Techstack und den groben Aufbau des Projekts</a:t>
            </a:r>
          </a:p>
          <a:p>
            <a:r>
              <a:rPr lang="de-AT" dirty="0"/>
              <a:t>Mithilfe eines </a:t>
            </a:r>
            <a:r>
              <a:rPr lang="de-AT" dirty="0" err="1"/>
              <a:t>Containerdiagrams</a:t>
            </a:r>
            <a:r>
              <a:rPr lang="de-AT" dirty="0"/>
              <a:t> an.</a:t>
            </a:r>
          </a:p>
          <a:p>
            <a:endParaRPr lang="de-AT" dirty="0"/>
          </a:p>
          <a:p>
            <a:r>
              <a:rPr lang="de-AT" dirty="0"/>
              <a:t>Ich habe zwischen </a:t>
            </a:r>
            <a:r>
              <a:rPr lang="de-AT" dirty="0" err="1"/>
              <a:t>dev</a:t>
            </a:r>
            <a:r>
              <a:rPr lang="de-AT" dirty="0"/>
              <a:t> und prod </a:t>
            </a:r>
            <a:r>
              <a:rPr lang="de-AT" dirty="0" err="1"/>
              <a:t>modus</a:t>
            </a:r>
            <a:r>
              <a:rPr lang="de-AT" dirty="0"/>
              <a:t> unterschieden.</a:t>
            </a:r>
          </a:p>
          <a:p>
            <a:endParaRPr lang="de-AT" dirty="0"/>
          </a:p>
          <a:p>
            <a:r>
              <a:rPr lang="de-AT" dirty="0"/>
              <a:t>Redis macht Rate-</a:t>
            </a:r>
            <a:r>
              <a:rPr lang="de-AT" dirty="0" err="1"/>
              <a:t>Limiting</a:t>
            </a:r>
            <a:r>
              <a:rPr lang="de-AT" dirty="0"/>
              <a:t>, </a:t>
            </a:r>
            <a:r>
              <a:rPr lang="de-AT" dirty="0" err="1"/>
              <a:t>limit</a:t>
            </a:r>
            <a:r>
              <a:rPr lang="de-AT" dirty="0"/>
              <a:t> an OTPs die pro Sekunde gesendet werden dürfen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F8C7BE-5B0B-B1EF-5A8A-11269A360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AAAB7-E5B9-4DC1-A9E7-22B3020BB7D5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67684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2C90E-CEDD-F475-BADA-B4BE3E2A4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5DCAD1-2973-FACA-C503-7FA7CA134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4E39A37-BF65-C45A-B6AD-0F4606477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Das Prinzip bleibt auch im prod </a:t>
            </a:r>
            <a:r>
              <a:rPr lang="de-AT" dirty="0" err="1"/>
              <a:t>modus</a:t>
            </a:r>
            <a:r>
              <a:rPr lang="de-AT" dirty="0"/>
              <a:t> das gleiche.</a:t>
            </a:r>
          </a:p>
          <a:p>
            <a:endParaRPr lang="de-AT" dirty="0"/>
          </a:p>
          <a:p>
            <a:r>
              <a:rPr lang="de-AT" dirty="0"/>
              <a:t>Anders ist lediglich das nun alles online ausgeliefert wird.</a:t>
            </a:r>
          </a:p>
          <a:p>
            <a:endParaRPr lang="de-AT" dirty="0"/>
          </a:p>
          <a:p>
            <a:r>
              <a:rPr lang="de-AT" dirty="0"/>
              <a:t>z.B.</a:t>
            </a:r>
          </a:p>
          <a:p>
            <a:r>
              <a:rPr lang="de-DE" dirty="0"/>
              <a:t>Round-Robin = Anfragen reihum auf mehrere Provider verteilen.</a:t>
            </a:r>
          </a:p>
          <a:p>
            <a:r>
              <a:rPr lang="de-DE" dirty="0"/>
              <a:t>Lastenverteilung, leitet dahin weiter wo gerade frei ist.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4607F4-EF7C-0664-FBAD-D2A8458DD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AAAB7-E5B9-4DC1-A9E7-22B3020BB7D5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93517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ED12D-532E-6D5A-ABA0-9A8533A3B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33CEB8-73FC-3EE4-EF4F-D96CBCC40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A86A32C-A652-C69C-3123-42080DEAA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C96F70-F2B4-B8F9-C3B8-9471D3B21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AAAB7-E5B9-4DC1-A9E7-22B3020BB7D5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79299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DF8DA-E84A-C7C7-EDFC-618077512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5396F0D-0AB6-39A0-D335-A0C038A5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A8F4D63-6DB0-7CF5-2BF5-29C5E166F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JWT = der Token selbst, den der </a:t>
            </a:r>
            <a:r>
              <a:rPr lang="de-DE" dirty="0" err="1"/>
              <a:t>user</a:t>
            </a:r>
            <a:r>
              <a:rPr lang="de-DE" dirty="0"/>
              <a:t> mitschickt</a:t>
            </a:r>
          </a:p>
          <a:p>
            <a:endParaRPr lang="de-DE" dirty="0"/>
          </a:p>
          <a:p>
            <a:r>
              <a:rPr lang="de-DE" b="0" dirty="0"/>
              <a:t>JWKS</a:t>
            </a:r>
            <a:r>
              <a:rPr lang="de-DE" dirty="0"/>
              <a:t> = </a:t>
            </a:r>
            <a:r>
              <a:rPr lang="de-DE" b="1" dirty="0"/>
              <a:t>JSON-Web Key Set</a:t>
            </a:r>
            <a:r>
              <a:rPr lang="de-DE" dirty="0"/>
              <a:t>, die </a:t>
            </a:r>
            <a:r>
              <a:rPr lang="de-DE" b="1" dirty="0"/>
              <a:t>Sammlung</a:t>
            </a:r>
            <a:r>
              <a:rPr lang="de-DE" dirty="0"/>
              <a:t> </a:t>
            </a:r>
            <a:r>
              <a:rPr lang="de-DE" b="1" dirty="0"/>
              <a:t>öffentlicher</a:t>
            </a:r>
            <a:r>
              <a:rPr lang="de-DE" dirty="0"/>
              <a:t> </a:t>
            </a:r>
            <a:r>
              <a:rPr lang="de-DE" b="1" dirty="0"/>
              <a:t>Schlüssel</a:t>
            </a:r>
            <a:r>
              <a:rPr lang="de-DE" dirty="0"/>
              <a:t> von </a:t>
            </a:r>
            <a:r>
              <a:rPr lang="de-DE" b="1" dirty="0" err="1"/>
              <a:t>Supabase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b="1" dirty="0" err="1"/>
              <a:t>Supabase</a:t>
            </a:r>
            <a:r>
              <a:rPr lang="de-DE" dirty="0"/>
              <a:t> signiert mit dem </a:t>
            </a:r>
            <a:r>
              <a:rPr lang="de-DE" b="1" dirty="0"/>
              <a:t>privaten</a:t>
            </a:r>
            <a:r>
              <a:rPr lang="de-DE" dirty="0"/>
              <a:t> </a:t>
            </a:r>
            <a:r>
              <a:rPr lang="de-DE" b="1" dirty="0"/>
              <a:t>Schlüssel</a:t>
            </a:r>
            <a:r>
              <a:rPr lang="de-DE" dirty="0"/>
              <a:t>, das </a:t>
            </a:r>
            <a:r>
              <a:rPr lang="de-DE" b="1" dirty="0"/>
              <a:t>Backend</a:t>
            </a:r>
            <a:r>
              <a:rPr lang="de-DE" dirty="0"/>
              <a:t> verifiziert mit dem </a:t>
            </a:r>
            <a:r>
              <a:rPr lang="de-DE" b="1" dirty="0"/>
              <a:t>öffentlichen</a:t>
            </a:r>
            <a:r>
              <a:rPr lang="de-DE" dirty="0"/>
              <a:t>.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62E0B5-A24E-BAAF-1438-5A1691D90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AAAB7-E5B9-4DC1-A9E7-22B3020BB7D5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2891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29D9B-681E-64A9-ABD7-8F898789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E6CE8D6-5A4D-A1F5-A5FE-0FBEA1D3C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4024EFB-F9B9-FE61-F286-F46C8C35C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A5F1D5-5578-2799-8967-39FF187B8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AAAB7-E5B9-4DC1-A9E7-22B3020BB7D5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09140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83AA7-6307-34D3-9220-BBF63F035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B0B59CE-371B-A7AE-FAD9-4B83F7CCB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2961FCE-127B-3A11-A690-00672070D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6F3DF0-EA3A-1214-D07E-965F7D5A4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AAAB7-E5B9-4DC1-A9E7-22B3020BB7D5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14087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3C583-AE3A-3392-DE77-BD9A9C8CD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7B67F90-E688-5A4F-2306-EAC511B90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0618AD7-9BC2-5416-3C55-10ABAD144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Gehen wir nun genauer auf den Chat ein.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sich das Model auskennt über welche Karteikarten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 spricht (Kontext) verwendet USki RAG … Retrieval-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Augmented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Generation</a:t>
            </a:r>
            <a:endParaRPr lang="de-AT" dirty="0"/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Auf Deutsch: „Abrufgestützte Generation“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D0A78D-6714-BEA4-14B7-4B8455950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AAAB7-E5B9-4DC1-A9E7-22B3020BB7D5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7716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6984-BD25-621D-FB56-6CD54DF62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358E25-AA89-2F46-AEE6-84F4938EC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B7DDC0E-4A5E-CAAB-5D7A-3929E7E5E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Jede Karte wird Chunks zerlegt und als Vektor gespeichert.</a:t>
            </a:r>
          </a:p>
          <a:p>
            <a:r>
              <a:rPr lang="de-DE" dirty="0"/>
              <a:t>Die Frage wird ebenfalls zum Vektor.</a:t>
            </a:r>
          </a:p>
          <a:p>
            <a:r>
              <a:rPr lang="de-DE" dirty="0"/>
              <a:t>Dann sucht die Datenbank die Karten-Stücke, deren Vektoren der Frage am ähnlichsten sind, und gibt die 5 besten zurück.</a:t>
            </a:r>
          </a:p>
          <a:p>
            <a:endParaRPr lang="de-DE" dirty="0"/>
          </a:p>
          <a:p>
            <a:r>
              <a:rPr lang="de-AT" dirty="0"/>
              <a:t>Dann wird der System-Prompt an den KI-Provider-Pool geschickt und live zurückgeströmt.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54CBD2-8F81-17BD-302A-17E20A212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AAAB7-E5B9-4DC1-A9E7-22B3020BB7D5}" type="slidenum">
              <a:rPr lang="de-AT" smtClean="0"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44115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Monday, June 22,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‹Nr.›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259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Monday, June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9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Monday, June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‹Nr.›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7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Monday, June 22,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7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Monday, June 22,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9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Monday, June 22,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‹Nr.›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9751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Monday, June 22,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90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Monday, June 22,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94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Monday, June 22,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30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Monday, June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06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Monday, June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48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Monday, June 22,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06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16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61DC9F-EDF6-E1B8-FB49-50CDD9D79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6376" y="2024279"/>
            <a:ext cx="2940447" cy="2089004"/>
          </a:xfrm>
        </p:spPr>
        <p:txBody>
          <a:bodyPr anchor="t">
            <a:normAutofit fontScale="90000"/>
          </a:bodyPr>
          <a:lstStyle/>
          <a:p>
            <a:r>
              <a:rPr lang="de-AT" sz="13800" b="1" dirty="0">
                <a:solidFill>
                  <a:srgbClr val="AC61DF"/>
                </a:solidFill>
                <a:latin typeface="Ghost"/>
              </a:rPr>
              <a:t>US</a:t>
            </a:r>
            <a:r>
              <a:rPr lang="de-AT" sz="13800" b="1" dirty="0">
                <a:latin typeface="Ghost"/>
              </a:rPr>
              <a:t>ki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8C2BD8A-A580-530E-01CD-C243F9929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4705" y="5660005"/>
            <a:ext cx="5302590" cy="1182395"/>
          </a:xfrm>
        </p:spPr>
        <p:txBody>
          <a:bodyPr anchor="t">
            <a:normAutofit/>
          </a:bodyPr>
          <a:lstStyle/>
          <a:p>
            <a:pPr algn="ctr"/>
            <a:r>
              <a:rPr lang="de-AT" sz="2800" dirty="0">
                <a:solidFill>
                  <a:schemeClr val="tx1">
                    <a:alpha val="60000"/>
                  </a:schemeClr>
                </a:solidFill>
              </a:rPr>
              <a:t>Huber Leon</a:t>
            </a:r>
          </a:p>
        </p:txBody>
      </p:sp>
      <p:grpSp>
        <p:nvGrpSpPr>
          <p:cNvPr id="39" name="Group 18">
            <a:extLst>
              <a:ext uri="{FF2B5EF4-FFF2-40B4-BE49-F238E27FC236}">
                <a16:creationId xmlns:a16="http://schemas.microsoft.com/office/drawing/2014/main" id="{73840CF4-F848-4FE0-AEA6-C9E806911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20950" y="549275"/>
            <a:ext cx="667802" cy="631474"/>
            <a:chOff x="10478914" y="1506691"/>
            <a:chExt cx="667802" cy="631474"/>
          </a:xfrm>
        </p:grpSpPr>
        <p:sp>
          <p:nvSpPr>
            <p:cNvPr id="40" name="Freeform: Shape 19">
              <a:extLst>
                <a:ext uri="{FF2B5EF4-FFF2-40B4-BE49-F238E27FC236}">
                  <a16:creationId xmlns:a16="http://schemas.microsoft.com/office/drawing/2014/main" id="{F4B46153-41DB-494F-9B08-EBCCF2728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Oval 20">
              <a:extLst>
                <a:ext uri="{FF2B5EF4-FFF2-40B4-BE49-F238E27FC236}">
                  <a16:creationId xmlns:a16="http://schemas.microsoft.com/office/drawing/2014/main" id="{7B6D42DA-2D84-4A50-A359-7A5C651B1C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4" name="Oval 22">
            <a:extLst>
              <a:ext uri="{FF2B5EF4-FFF2-40B4-BE49-F238E27FC236}">
                <a16:creationId xmlns:a16="http://schemas.microsoft.com/office/drawing/2014/main" id="{94459D96-B947-4C7F-8BCA-915F8B07C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2954" y="5171203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54F7CCD5-0AAD-1A7C-FC9D-2B0E836DA6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07583" y="1864384"/>
            <a:ext cx="2408793" cy="2408793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12889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8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4587936-8EF8-D931-5B5D-A25D955A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7308850" cy="986400"/>
          </a:xfrm>
        </p:spPr>
        <p:txBody>
          <a:bodyPr wrap="square" anchor="ctr">
            <a:normAutofit/>
          </a:bodyPr>
          <a:lstStyle/>
          <a:p>
            <a:r>
              <a:rPr lang="de-AT" dirty="0"/>
              <a:t>Was ist USki?</a:t>
            </a: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88392DC7-0988-443B-A0D0-E726C7DB6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83435"/>
            <a:ext cx="12192000" cy="4774564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Inhaltsplatzhalter 2">
            <a:extLst>
              <a:ext uri="{FF2B5EF4-FFF2-40B4-BE49-F238E27FC236}">
                <a16:creationId xmlns:a16="http://schemas.microsoft.com/office/drawing/2014/main" id="{E9867878-A2E0-6A9B-4D9C-F86201DE84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7430822"/>
              </p:ext>
            </p:extLst>
          </p:nvPr>
        </p:nvGraphicFramePr>
        <p:xfrm>
          <a:off x="550863" y="2624135"/>
          <a:ext cx="11090276" cy="3468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6" name="Grafik 35" descr="What is Spaced Repetition? A Step-by-Step Guide for Effective Language  Learning">
            <a:extLst>
              <a:ext uri="{FF2B5EF4-FFF2-40B4-BE49-F238E27FC236}">
                <a16:creationId xmlns:a16="http://schemas.microsoft.com/office/drawing/2014/main" id="{EC420CBF-AB41-1894-8DFB-A415863471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168" y="480948"/>
            <a:ext cx="11269663" cy="618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4602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8768E8-DAF0-16D4-1011-1025EFCB0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9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1207417-6771-CE44-5D66-29A927D4E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20825"/>
            <a:ext cx="4535487" cy="3779838"/>
          </a:xfrm>
        </p:spPr>
        <p:txBody>
          <a:bodyPr anchor="ctr">
            <a:normAutofit/>
          </a:bodyPr>
          <a:lstStyle/>
          <a:p>
            <a:r>
              <a:rPr lang="de-AT" sz="6600" dirty="0"/>
              <a:t>Techstack</a:t>
            </a:r>
            <a:endParaRPr lang="de-AT" sz="6400" dirty="0"/>
          </a:p>
        </p:txBody>
      </p:sp>
      <p:grpSp>
        <p:nvGrpSpPr>
          <p:cNvPr id="38" name="Group 11">
            <a:extLst>
              <a:ext uri="{FF2B5EF4-FFF2-40B4-BE49-F238E27FC236}">
                <a16:creationId xmlns:a16="http://schemas.microsoft.com/office/drawing/2014/main" id="{20205E53-D75C-4F15-A4A3-21DA0826F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2950" y="623661"/>
            <a:ext cx="667800" cy="631474"/>
            <a:chOff x="8069541" y="1262702"/>
            <a:chExt cx="667800" cy="63147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B48C7E5-9699-4FB1-9EEE-581C68629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8069541" y="1262702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10200000" scaled="0"/>
            </a:gradFill>
            <a:ln>
              <a:noFill/>
            </a:ln>
            <a:effectLst>
              <a:innerShdw blurRad="127000" dist="50800" dir="42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Oval 13">
              <a:extLst>
                <a:ext uri="{FF2B5EF4-FFF2-40B4-BE49-F238E27FC236}">
                  <a16:creationId xmlns:a16="http://schemas.microsoft.com/office/drawing/2014/main" id="{316993F2-7052-4269-8B81-AC271D2D9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8332341" y="1436239"/>
              <a:ext cx="270000" cy="540000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0" name="Oval 15">
            <a:extLst>
              <a:ext uri="{FF2B5EF4-FFF2-40B4-BE49-F238E27FC236}">
                <a16:creationId xmlns:a16="http://schemas.microsoft.com/office/drawing/2014/main" id="{52D58DC7-20C8-4471-BAA7-B296A2AEC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384" y="49771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Freeform: Shape 17">
            <a:extLst>
              <a:ext uri="{FF2B5EF4-FFF2-40B4-BE49-F238E27FC236}">
                <a16:creationId xmlns:a16="http://schemas.microsoft.com/office/drawing/2014/main" id="{8E4AABAC-100B-437F-86D3-981412859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3261346" y="5733597"/>
            <a:ext cx="1758388" cy="926985"/>
          </a:xfrm>
          <a:custGeom>
            <a:avLst/>
            <a:gdLst>
              <a:gd name="connsiteX0" fmla="*/ 1486881 w 1758388"/>
              <a:gd name="connsiteY0" fmla="*/ 271508 h 926985"/>
              <a:gd name="connsiteX1" fmla="*/ 1758388 w 1758388"/>
              <a:gd name="connsiteY1" fmla="*/ 926985 h 926985"/>
              <a:gd name="connsiteX2" fmla="*/ 1294895 w 1758388"/>
              <a:gd name="connsiteY2" fmla="*/ 926985 h 926985"/>
              <a:gd name="connsiteX3" fmla="*/ 831404 w 1758388"/>
              <a:gd name="connsiteY3" fmla="*/ 463493 h 926985"/>
              <a:gd name="connsiteX4" fmla="*/ 377328 w 1758388"/>
              <a:gd name="connsiteY4" fmla="*/ 833575 h 926985"/>
              <a:gd name="connsiteX5" fmla="*/ 371585 w 1758388"/>
              <a:gd name="connsiteY5" fmla="*/ 890552 h 926985"/>
              <a:gd name="connsiteX6" fmla="*/ 0 w 1758388"/>
              <a:gd name="connsiteY6" fmla="*/ 518968 h 926985"/>
              <a:gd name="connsiteX7" fmla="*/ 16301 w 1758388"/>
              <a:gd name="connsiteY7" fmla="*/ 485129 h 926985"/>
              <a:gd name="connsiteX8" fmla="*/ 831403 w 1758388"/>
              <a:gd name="connsiteY8" fmla="*/ 0 h 926985"/>
              <a:gd name="connsiteX9" fmla="*/ 1486881 w 1758388"/>
              <a:gd name="connsiteY9" fmla="*/ 271508 h 926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8388" h="926985">
                <a:moveTo>
                  <a:pt x="1486881" y="271508"/>
                </a:moveTo>
                <a:cubicBezTo>
                  <a:pt x="1654632" y="439259"/>
                  <a:pt x="1758388" y="671005"/>
                  <a:pt x="1758388" y="926985"/>
                </a:cubicBezTo>
                <a:lnTo>
                  <a:pt x="1294895" y="926985"/>
                </a:lnTo>
                <a:cubicBezTo>
                  <a:pt x="1294895" y="671005"/>
                  <a:pt x="1087383" y="463493"/>
                  <a:pt x="831404" y="463493"/>
                </a:cubicBezTo>
                <a:cubicBezTo>
                  <a:pt x="607421" y="463493"/>
                  <a:pt x="420547" y="622370"/>
                  <a:pt x="377328" y="833575"/>
                </a:cubicBezTo>
                <a:lnTo>
                  <a:pt x="371585" y="890552"/>
                </a:lnTo>
                <a:lnTo>
                  <a:pt x="0" y="518968"/>
                </a:lnTo>
                <a:lnTo>
                  <a:pt x="16301" y="485129"/>
                </a:lnTo>
                <a:cubicBezTo>
                  <a:pt x="173276" y="196165"/>
                  <a:pt x="479432" y="0"/>
                  <a:pt x="831403" y="0"/>
                </a:cubicBezTo>
                <a:cubicBezTo>
                  <a:pt x="1087383" y="0"/>
                  <a:pt x="1319129" y="103757"/>
                  <a:pt x="1486881" y="271508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innerShdw blurRad="254000" dist="50800" dir="5400000">
              <a:schemeClr val="accent1">
                <a:lumMod val="40000"/>
                <a:lumOff val="6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Freeform: Shape 19">
            <a:extLst>
              <a:ext uri="{FF2B5EF4-FFF2-40B4-BE49-F238E27FC236}">
                <a16:creationId xmlns:a16="http://schemas.microsoft.com/office/drawing/2014/main" id="{1DFD33E0-4D46-4176-BAE2-6AED15231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3353363" y="5725768"/>
            <a:ext cx="1728640" cy="1042921"/>
          </a:xfrm>
          <a:custGeom>
            <a:avLst/>
            <a:gdLst>
              <a:gd name="connsiteX0" fmla="*/ 1391304 w 1728640"/>
              <a:gd name="connsiteY0" fmla="*/ 238153 h 1042921"/>
              <a:gd name="connsiteX1" fmla="*/ 1728640 w 1728640"/>
              <a:gd name="connsiteY1" fmla="*/ 1042921 h 1042921"/>
              <a:gd name="connsiteX2" fmla="*/ 1265147 w 1728640"/>
              <a:gd name="connsiteY2" fmla="*/ 1042921 h 1042921"/>
              <a:gd name="connsiteX3" fmla="*/ 801655 w 1728640"/>
              <a:gd name="connsiteY3" fmla="*/ 521461 h 1042921"/>
              <a:gd name="connsiteX4" fmla="*/ 374587 w 1728640"/>
              <a:gd name="connsiteY4" fmla="*/ 839945 h 1042921"/>
              <a:gd name="connsiteX5" fmla="*/ 362576 w 1728640"/>
              <a:gd name="connsiteY5" fmla="*/ 883477 h 1042921"/>
              <a:gd name="connsiteX6" fmla="*/ 0 w 1728640"/>
              <a:gd name="connsiteY6" fmla="*/ 520901 h 1042921"/>
              <a:gd name="connsiteX7" fmla="*/ 32986 w 1728640"/>
              <a:gd name="connsiteY7" fmla="*/ 459814 h 1042921"/>
              <a:gd name="connsiteX8" fmla="*/ 801656 w 1728640"/>
              <a:gd name="connsiteY8" fmla="*/ 0 h 1042921"/>
              <a:gd name="connsiteX9" fmla="*/ 1391304 w 1728640"/>
              <a:gd name="connsiteY9" fmla="*/ 238153 h 104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8640" h="1042921">
                <a:moveTo>
                  <a:pt x="1391304" y="238153"/>
                </a:moveTo>
                <a:cubicBezTo>
                  <a:pt x="1597323" y="429440"/>
                  <a:pt x="1728640" y="718927"/>
                  <a:pt x="1728640" y="1042921"/>
                </a:cubicBezTo>
                <a:lnTo>
                  <a:pt x="1265147" y="1042921"/>
                </a:lnTo>
                <a:cubicBezTo>
                  <a:pt x="1265147" y="754926"/>
                  <a:pt x="1057635" y="521461"/>
                  <a:pt x="801655" y="521461"/>
                </a:cubicBezTo>
                <a:cubicBezTo>
                  <a:pt x="609671" y="521461"/>
                  <a:pt x="444949" y="652785"/>
                  <a:pt x="374587" y="839945"/>
                </a:cubicBezTo>
                <a:lnTo>
                  <a:pt x="362576" y="883477"/>
                </a:lnTo>
                <a:lnTo>
                  <a:pt x="0" y="520901"/>
                </a:lnTo>
                <a:lnTo>
                  <a:pt x="32986" y="459814"/>
                </a:lnTo>
                <a:cubicBezTo>
                  <a:pt x="199571" y="182395"/>
                  <a:pt x="481681" y="0"/>
                  <a:pt x="801656" y="0"/>
                </a:cubicBezTo>
                <a:cubicBezTo>
                  <a:pt x="1025638" y="0"/>
                  <a:pt x="1231066" y="89374"/>
                  <a:pt x="1391304" y="23815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Oval 21">
            <a:extLst>
              <a:ext uri="{FF2B5EF4-FFF2-40B4-BE49-F238E27FC236}">
                <a16:creationId xmlns:a16="http://schemas.microsoft.com/office/drawing/2014/main" id="{022B5D87-7689-4E7F-B03A-7F803B5DF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872920" y="5836283"/>
            <a:ext cx="107098" cy="466589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2540000">
              <a:schemeClr val="accent1">
                <a:lumMod val="40000"/>
                <a:lumOff val="6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4" name="Inhaltsplatzhalter 3">
            <a:extLst>
              <a:ext uri="{FF2B5EF4-FFF2-40B4-BE49-F238E27FC236}">
                <a16:creationId xmlns:a16="http://schemas.microsoft.com/office/drawing/2014/main" id="{3F355FAA-1B27-3F6B-6CC6-309A84DB2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2567208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085550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6AD4D-9BD8-694C-2D6F-43F628617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DFBA5B-BF1A-F002-44FE-C808DFBA4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Containerdiagram - </a:t>
            </a:r>
            <a:r>
              <a:rPr lang="de-AT" dirty="0" err="1"/>
              <a:t>dev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7B8D54C-7007-1955-D74D-B9E9DD41B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0" b="4292"/>
          <a:stretch>
            <a:fillRect/>
          </a:stretch>
        </p:blipFill>
        <p:spPr>
          <a:xfrm>
            <a:off x="0" y="1606550"/>
            <a:ext cx="12192000" cy="351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1213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494A6-3C07-B247-7537-FEDF9206B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2A011-7A7E-DB15-210A-F9B8E4C3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Containerdiagram - prod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D8AD158-FEA7-1D8F-DECF-B57DC1AD0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9" b="8479"/>
          <a:stretch/>
        </p:blipFill>
        <p:spPr>
          <a:xfrm>
            <a:off x="0" y="1737266"/>
            <a:ext cx="12192000" cy="338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04490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13D82-7CA3-7A31-A470-5B5184A2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28012C-2C3A-8352-5118-770B00DB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Sequence Diagramm - Login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6836631F-AA01-605D-DFED-ADCE74E158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3282" y="1647295"/>
            <a:ext cx="7665435" cy="476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97021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7B034-9E04-4779-1FFB-14D854F5F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E94BDC3C-43A8-7E26-ECBC-A711ADEDC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539" y="0"/>
            <a:ext cx="108669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747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34E24-8169-3A1D-D4A9-86A72B57E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65D9C5-B835-BEFB-0552-ED20D663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Sequence Diagramm - Login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C5B2BC-57FF-C5D1-C016-91AB7359A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40542771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53105-CAE6-EB40-F1DB-841227A52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48FDF1-1807-7014-9ED7-4098ED6BE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Rollenbasierte Zugriffsrechte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094F74D0-2FA9-08AE-3FB0-8830A54E3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2152" y="1649413"/>
            <a:ext cx="7407695" cy="492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46550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A6B48-AD61-D1E5-7FC9-01A07CCA2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C1A2EC-D92F-5390-E662-2B547AEC7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Sequence Diagramm - RAG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AE7E5E09-6983-00F2-084E-B08B76516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5768" y="2087563"/>
            <a:ext cx="8991964" cy="397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04227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9A286-14C5-DB77-1ADD-FE970D11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47D214C4-69CE-6347-BA91-48AC144AE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" r="3324"/>
          <a:stretch/>
        </p:blipFill>
        <p:spPr>
          <a:xfrm>
            <a:off x="16123" y="546370"/>
            <a:ext cx="12159754" cy="576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52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</Words>
  <Application>Microsoft Office PowerPoint</Application>
  <PresentationFormat>Breitbild</PresentationFormat>
  <Paragraphs>77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Aptos</vt:lpstr>
      <vt:lpstr>Arial</vt:lpstr>
      <vt:lpstr>Ghost</vt:lpstr>
      <vt:lpstr>Sitka Heading</vt:lpstr>
      <vt:lpstr>Source Sans Pro</vt:lpstr>
      <vt:lpstr>3DFloatVTI</vt:lpstr>
      <vt:lpstr>USki</vt:lpstr>
      <vt:lpstr>Was ist USki?</vt:lpstr>
      <vt:lpstr>Techstack</vt:lpstr>
      <vt:lpstr>Containerdiagram - dev</vt:lpstr>
      <vt:lpstr>Containerdiagram - prod</vt:lpstr>
      <vt:lpstr>Sequence Diagramm - Login</vt:lpstr>
      <vt:lpstr>PowerPoint-Präsentation</vt:lpstr>
      <vt:lpstr>Sequence Diagramm - Login</vt:lpstr>
      <vt:lpstr>Rollenbasierte Zugriffsrechte</vt:lpstr>
      <vt:lpstr>Sequence Diagramm - RAG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Huber Leon</dc:creator>
  <cp:lastModifiedBy>Huber Leon</cp:lastModifiedBy>
  <cp:revision>1</cp:revision>
  <dcterms:created xsi:type="dcterms:W3CDTF">2026-06-22T19:51:05Z</dcterms:created>
  <dcterms:modified xsi:type="dcterms:W3CDTF">2026-06-23T00:06:32Z</dcterms:modified>
</cp:coreProperties>
</file>